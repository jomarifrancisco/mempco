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b03ce8a73f4f00" /><Relationship Type="http://schemas.openxmlformats.org/officeDocument/2006/relationships/extended-properties" Target="/docProps/app.xml" Id="Ra14fc636ece04da9" /><Relationship Type="http://schemas.openxmlformats.org/officeDocument/2006/relationships/officeDocument" Target="/ppt/presentation.xml" Id="R7e1d8de9293c4c3c" /></Relationships>
</file>

<file path=ppt/presentation.xml><?xml version="1.0" encoding="utf-8"?>
<p:presentation xmlns:p="http://schemas.openxmlformats.org/presentationml/2006/main">
  <p:sldMasterIdLst>
    <p:sldMasterId xmlns:r="http://schemas.openxmlformats.org/officeDocument/2006/relationships" id="2147483648" r:id="R814aa20808634f9f"/>
  </p:sldMasterIdLst>
  <p:notesMasterIdLst>
    <p:notesMasterId xmlns:r="http://schemas.openxmlformats.org/officeDocument/2006/relationships" r:id="Raf7b6422bc374e73"/>
  </p:notesMasterIdLst>
  <p:sldIdLst>
    <p:sldId xmlns:r="http://schemas.openxmlformats.org/officeDocument/2006/relationships" id="256" r:id="R41971fcb8bc741d4"/>
    <p:sldId xmlns:r="http://schemas.openxmlformats.org/officeDocument/2006/relationships" id="257" r:id="R3efe0bdeb29044e8"/>
    <p:sldId xmlns:r="http://schemas.openxmlformats.org/officeDocument/2006/relationships" id="258" r:id="R0bd5ca5079834044"/>
    <p:sldId xmlns:r="http://schemas.openxmlformats.org/officeDocument/2006/relationships" id="259" r:id="Rf406e4462c004fb1"/>
    <p:sldId xmlns:r="http://schemas.openxmlformats.org/officeDocument/2006/relationships" id="260" r:id="R73cd01a48a614673"/>
    <p:sldId xmlns:r="http://schemas.openxmlformats.org/officeDocument/2006/relationships" id="261" r:id="R37e4b65971ab485c"/>
    <p:sldId xmlns:r="http://schemas.openxmlformats.org/officeDocument/2006/relationships" id="262" r:id="R30467f4d480a4527"/>
    <p:sldId xmlns:r="http://schemas.openxmlformats.org/officeDocument/2006/relationships" id="263" r:id="Rc64be647a40e4e68"/>
    <p:sldId xmlns:r="http://schemas.openxmlformats.org/officeDocument/2006/relationships" id="264" r:id="R5f6757a10b444052"/>
    <p:sldId xmlns:r="http://schemas.openxmlformats.org/officeDocument/2006/relationships" id="265" r:id="R4949665ee2e344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d5409d426f43cb" /><Relationship Type="http://schemas.openxmlformats.org/officeDocument/2006/relationships/slideMaster" Target="/ppt/slideMasters/slideMaster1.xml" Id="R814aa20808634f9f" /><Relationship Type="http://schemas.openxmlformats.org/officeDocument/2006/relationships/notesMaster" Target="/ppt/notesMasters/notesMaster1.xml" Id="Raf7b6422bc374e73" /><Relationship Type="http://schemas.openxmlformats.org/officeDocument/2006/relationships/presProps" Target="/ppt/presProps.xml" Id="Rdddde0ef1a7a4035" /><Relationship Type="http://schemas.openxmlformats.org/officeDocument/2006/relationships/tableStyles" Target="/ppt/tableStyles.xml" Id="Rda5967d7e66543b2" /><Relationship Type="http://schemas.openxmlformats.org/officeDocument/2006/relationships/slide" Target="/ppt/slides/slide1.xml" Id="R41971fcb8bc741d4" /><Relationship Type="http://schemas.openxmlformats.org/officeDocument/2006/relationships/slide" Target="/ppt/slides/slide2.xml" Id="R3efe0bdeb29044e8" /><Relationship Type="http://schemas.openxmlformats.org/officeDocument/2006/relationships/slide" Target="/ppt/slides/slide3.xml" Id="R0bd5ca5079834044" /><Relationship Type="http://schemas.openxmlformats.org/officeDocument/2006/relationships/slide" Target="/ppt/slides/slide4.xml" Id="Rf406e4462c004fb1" /><Relationship Type="http://schemas.openxmlformats.org/officeDocument/2006/relationships/slide" Target="/ppt/slides/slide5.xml" Id="R73cd01a48a614673" /><Relationship Type="http://schemas.openxmlformats.org/officeDocument/2006/relationships/slide" Target="/ppt/slides/slide6.xml" Id="R37e4b65971ab485c" /><Relationship Type="http://schemas.openxmlformats.org/officeDocument/2006/relationships/slide" Target="/ppt/slides/slide7.xml" Id="R30467f4d480a4527" /><Relationship Type="http://schemas.openxmlformats.org/officeDocument/2006/relationships/slide" Target="/ppt/slides/slide8.xml" Id="Rc64be647a40e4e68" /><Relationship Type="http://schemas.openxmlformats.org/officeDocument/2006/relationships/slide" Target="/ppt/slides/slide9.xml" Id="R5f6757a10b444052" /><Relationship Type="http://schemas.openxmlformats.org/officeDocument/2006/relationships/slide" Target="/ppt/slides/slide10.xml" Id="R4949665ee2e344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19636b927847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fcac98fb964184" /><Relationship Type="http://schemas.openxmlformats.org/officeDocument/2006/relationships/notesMaster" Target="/ppt/notesMasters/notesMaster1.xml" Id="R2df76c0f7bc740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522b0a16d64cde" /><Relationship Type="http://schemas.openxmlformats.org/officeDocument/2006/relationships/notesMaster" Target="/ppt/notesMasters/notesMaster1.xml" Id="R7f771b591a6042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fbf82149344767" /><Relationship Type="http://schemas.openxmlformats.org/officeDocument/2006/relationships/notesMaster" Target="/ppt/notesMasters/notesMaster1.xml" Id="Ra90b188d9c7e42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1cbdd943de40ce" /><Relationship Type="http://schemas.openxmlformats.org/officeDocument/2006/relationships/notesMaster" Target="/ppt/notesMasters/notesMaster1.xml" Id="R2309166123bc41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b0e2744e6f47e4" /><Relationship Type="http://schemas.openxmlformats.org/officeDocument/2006/relationships/notesMaster" Target="/ppt/notesMasters/notesMaster1.xml" Id="R2d258105ee4945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1f09c6691c4c08" /><Relationship Type="http://schemas.openxmlformats.org/officeDocument/2006/relationships/notesMaster" Target="/ppt/notesMasters/notesMaster1.xml" Id="R577d35bc243745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b2590b81234c13" /><Relationship Type="http://schemas.openxmlformats.org/officeDocument/2006/relationships/notesMaster" Target="/ppt/notesMasters/notesMaster1.xml" Id="R2a3bbb4a40aa43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3c481ae16647c2" /><Relationship Type="http://schemas.openxmlformats.org/officeDocument/2006/relationships/notesMaster" Target="/ppt/notesMasters/notesMaster1.xml" Id="Ra31eea7a664541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cc30a60d3643b9" /><Relationship Type="http://schemas.openxmlformats.org/officeDocument/2006/relationships/notesMaster" Target="/ppt/notesMasters/notesMaster1.xml" Id="R7bf4a488d9c643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624b28210f4042" /><Relationship Type="http://schemas.openxmlformats.org/officeDocument/2006/relationships/notesMaster" Target="/ppt/notesMasters/notesMaster1.xml" Id="R21b3ce03d4434f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employee view of the ICT helpdesk. The presentation follows the standard support ticket from the dashboard through submission and follow-up, then covers the separate Admin-department Burnout request.</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employee signs in to the portal and lands on the Employee Dashboard. The dashboard summarizes ticket activity and provides a direct Submit Ticket action. The Helpdesk area also contains the My Tickets and Submit Ticket tabs.</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ticket form covers ICT helpdesk issues such as computer, printer, network, software, account access, biometric, and server concerns. Employees in the Admin department have an additional Burnout Request tab for equipment Burnout processing.</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form requires Branch / Location, Department, Device or System, Contact Number / Local, Support Category, and Concern Type. The device selection filters support categories. The category selection filters concern types. Profile data may prefill branch, department, and contact number.</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category and concern are chosen, the Issue Description fields change to request details suited to that type of problem. Complete the prompts shown. The form requires meaningful issue details and an AnyDesk number because ICT mainly supports tickets remotely. When selecting an Other or Not listed concern, add a brief description.</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Photo or screenshot attachments are optional. Up to five images can be attached. The form asks for the approved SAAR PDF for MBWin / Sky360 new user account requests, password resets, and teller role or function modifications. Teller reactivation and expiry changes do not require SAAR. The SAAR file must be PDF and no larger than 4 MB. Photo files are limited to 4 MB each.</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Submit Ticket first validates required details and applicable attachments. The system calculates the impact / SLA level from the selected support category and concern type; employees do not choose it manually. The form then shows a confirmation summary. The employee can cancel or confirm. After successful submission, the form returns to My Tickets and shows a success message.</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successfully submitted ticket appears under My Tickets with a ticket number, concern type, status, and impact level. Eligible open tickets may display a priority-based queue position; urgent work may move ahead. Open the ticket card for full details. The employee-side status labels reflect ICT updates.</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a ticket opens its details, including the submitted request and attachments. The ticket view supports a conversation with ICT: an employee can send a message and attach photos to a reply. Ticket and message updates can appear in the employee view. If ICT asks for additional information, reply in the ticket conversation so the context stays with the request.</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the portal allows an employee to edit a ticket, the employee can open Edit Ticket, save changes, and the changes are sent back to ICT for review. A separate edit lock can prevent changes when ICT has locked the ticket. Admin-department employees also see a Burnout Request tab. That form requires assignment branch/location, custodian, brand, model, serial number, and custodian department; remarks are optional.</a:t>
            </a:r>
          </a:p>
          <a:p xmlns:a="http://schemas.openxmlformats.org/drawingml/2006/main">
            <a:r>
              <a:t/>
            </a:r>
          </a:p>
          <a:p xmlns:a="http://schemas.openxmlformats.org/drawingml/2006/main">
            <a:r>
              <a:t>Sources: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cf45f35a5641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12caad011548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88f172b437242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36355404c24b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ac2261306347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a16839d19d44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FA77A4-72D5-4544-8885-6A6483ACF7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14EDCD-0E61-48B8-B0CD-8488BE5299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E76E74-36A1-4795-865B-5A1A46FC69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A334B4-BE36-4CFC-9174-EC38E330CF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ABE04B-7EB3-49D1-AD47-5398981057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996A2C-983C-45A6-8110-EC9FD3660E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FBF5EE-83E7-4B2C-879E-9D0FA139C1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9C942C5-C6E9-45B1-B8C3-DE57C2BEF7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68144A-72F8-4A5A-B920-7A1070C76E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8E1E52-6B90-407F-A135-989A6B4132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39d1d56d2345bf" /><Relationship Type="http://schemas.openxmlformats.org/officeDocument/2006/relationships/slideLayout" Target="/ppt/slideLayouts/slideLayout1.xml" Id="R6eb357b7f8cf4b29" /><Relationship Type="http://schemas.openxmlformats.org/officeDocument/2006/relationships/slideLayout" Target="/ppt/slideLayouts/slideLayout2.xml" Id="R874edcdb747c457f" /><Relationship Type="http://schemas.openxmlformats.org/officeDocument/2006/relationships/slideLayout" Target="/ppt/slideLayouts/slideLayout3.xml" Id="Rb46767e895f34183" /><Relationship Type="http://schemas.openxmlformats.org/officeDocument/2006/relationships/slideLayout" Target="/ppt/slideLayouts/slideLayout4.xml" Id="Rc6557af2d32e4b9b" /><Relationship Type="http://schemas.openxmlformats.org/officeDocument/2006/relationships/slideLayout" Target="/ppt/slideLayouts/slideLayout5.xml" Id="R4bacb01254ff4bd3" /><Relationship Type="http://schemas.openxmlformats.org/officeDocument/2006/relationships/slideLayout" Target="/ppt/slideLayouts/slideLayout6.xml" Id="R3afcf1d3d5d646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b357b7f8cf4b29"/>
    <p:sldLayoutId xmlns:r="http://schemas.openxmlformats.org/officeDocument/2006/relationships" id="2147483650" r:id="R874edcdb747c457f"/>
    <p:sldLayoutId xmlns:r="http://schemas.openxmlformats.org/officeDocument/2006/relationships" id="2147483651" r:id="Rb46767e895f34183"/>
    <p:sldLayoutId xmlns:r="http://schemas.openxmlformats.org/officeDocument/2006/relationships" id="2147483652" r:id="Rc6557af2d32e4b9b"/>
    <p:sldLayoutId xmlns:r="http://schemas.openxmlformats.org/officeDocument/2006/relationships" id="2147483653" r:id="R4bacb01254ff4bd3"/>
    <p:sldLayoutId xmlns:r="http://schemas.openxmlformats.org/officeDocument/2006/relationships" id="2147483654" r:id="R3afcf1d3d5d646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76202cb3d24b3f" /><Relationship Type="http://schemas.openxmlformats.org/officeDocument/2006/relationships/notesSlide" Target="/ppt/notesSlides/notesSlide1.xml" Id="R965e4bdb43c745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aa29a938de41c0" /><Relationship Type="http://schemas.openxmlformats.org/officeDocument/2006/relationships/notesSlide" Target="/ppt/notesSlides/notesSlide2.xml" Id="R4c58c49b99d94a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835dea8894346af" /><Relationship Type="http://schemas.openxmlformats.org/officeDocument/2006/relationships/notesSlide" Target="/ppt/notesSlides/notesSlide3.xml" Id="R1ba57445c21541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e0920521014598" /><Relationship Type="http://schemas.openxmlformats.org/officeDocument/2006/relationships/notesSlide" Target="/ppt/notesSlides/notesSlide4.xml" Id="R4604f268bd3044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c44b3e5ddd438d" /><Relationship Type="http://schemas.openxmlformats.org/officeDocument/2006/relationships/notesSlide" Target="/ppt/notesSlides/notesSlide5.xml" Id="Re6eb8e10244540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cd3192809f4504" /><Relationship Type="http://schemas.openxmlformats.org/officeDocument/2006/relationships/notesSlide" Target="/ppt/notesSlides/notesSlide6.xml" Id="Rb0d4100c41b14c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480d9433974e51" /><Relationship Type="http://schemas.openxmlformats.org/officeDocument/2006/relationships/notesSlide" Target="/ppt/notesSlides/notesSlide7.xml" Id="R8f6ea14544c64e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2c8014a10f425f" /><Relationship Type="http://schemas.openxmlformats.org/officeDocument/2006/relationships/notesSlide" Target="/ppt/notesSlides/notesSlide8.xml" Id="R36618d88f5c24e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5c6c4164034a47" /><Relationship Type="http://schemas.openxmlformats.org/officeDocument/2006/relationships/notesSlide" Target="/ppt/notesSlides/notesSlide9.xml" Id="R148b4d28baa542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ab37974ab84ffc" /><Relationship Type="http://schemas.openxmlformats.org/officeDocument/2006/relationships/notesSlide" Target="/ppt/notesSlides/notesSlide10.xml" Id="R95a162a70bb84497"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BE1C3B-E02D-42D2-A1AA-C4DF613709B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4A75E8-574E-4056-97DC-C154613AE008}"/>
              </a:ext>
            </a:extLst>
          </p:cNvPr>
          <p:cNvSpPr>
            <a:spLocks xmlns:a="http://schemas.openxmlformats.org/drawingml/2006/main" noGrp="1"/>
          </p:cNvSpPr>
          <p:nvPr/>
        </p:nvSpPr>
        <p:spPr>
          <a:xfrm xmlns:a="http://schemas.openxmlformats.org/drawingml/2006/main">
            <a:off x="7581900" y="0"/>
            <a:ext cx="4610100" cy="6858000"/>
          </a:xfrm>
          <a:prstGeom xmlns:a="http://schemas.openxmlformats.org/drawingml/2006/main" prst="rect">
            <a:avLst/>
          </a:prstGeom>
          <a:solidFill xmlns:a="http://schemas.openxmlformats.org/drawingml/2006/main">
            <a:srgbClr val="153E5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91D1DB0-69C9-4E9B-B0BB-98024270E7F3}"/>
              </a:ext>
            </a:extLst>
          </p:cNvPr>
          <p:cNvSpPr>
            <a:spLocks xmlns:a="http://schemas.openxmlformats.org/drawingml/2006/main" noGrp="1"/>
          </p:cNvSpPr>
          <p:nvPr/>
        </p:nvSpPr>
        <p:spPr>
          <a:xfrm xmlns:a="http://schemas.openxmlformats.org/drawingml/2006/main">
            <a:off x="8734425" y="952500"/>
            <a:ext cx="2247900" cy="22479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BE0DB2-7F7E-48CA-B50A-1E182535F9DF}"/>
              </a:ext>
            </a:extLst>
          </p:cNvPr>
          <p:cNvSpPr>
            <a:spLocks xmlns:a="http://schemas.openxmlformats.org/drawingml/2006/main" noGrp="1"/>
          </p:cNvSpPr>
          <p:nvPr/>
        </p:nvSpPr>
        <p:spPr>
          <a:xfrm xmlns:a="http://schemas.openxmlformats.org/drawingml/2006/main">
            <a:off x="9096375" y="1314450"/>
            <a:ext cx="1524000" cy="15240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ACF6120-6044-4082-8CFD-5C73370D38DC}"/>
              </a:ext>
            </a:extLst>
          </p:cNvPr>
          <p:cNvSpPr>
            <a:spLocks xmlns:a="http://schemas.openxmlformats.org/drawingml/2006/main" noGrp="1"/>
          </p:cNvSpPr>
          <p:nvPr/>
        </p:nvSpPr>
        <p:spPr>
          <a:xfrm xmlns:a="http://schemas.openxmlformats.org/drawingml/2006/main">
            <a:off x="9458325" y="1676400"/>
            <a:ext cx="800100" cy="80010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57C541-3D3D-4D72-954F-06354DF5E0E1}"/>
              </a:ext>
            </a:extLst>
          </p:cNvPr>
          <p:cNvSpPr>
            <a:spLocks xmlns:a="http://schemas.openxmlformats.org/drawingml/2006/main" noGrp="1"/>
          </p:cNvSpPr>
          <p:nvPr/>
        </p:nvSpPr>
        <p:spPr>
          <a:xfrm xmlns:a="http://schemas.openxmlformats.org/drawingml/2006/main">
            <a:off x="704850" y="8382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B6DAD8"/>
                </a:solidFill>
              </a:defRPr>
            </a:defPPr>
            <a:lvl1pPr algn="l">
              <a:defRPr sz="1425" b="1">
                <a:solidFill>
                  <a:srgbClr val="B6DAD8"/>
                </a:solidFill>
              </a:defRPr>
            </a:lvl1pPr>
            <a:lvl2pPr algn="l">
              <a:defRPr sz="1425" b="1">
                <a:solidFill>
                  <a:srgbClr val="B6DAD8"/>
                </a:solidFill>
              </a:defRPr>
            </a:lvl2pPr>
            <a:lvl3pPr algn="l">
              <a:defRPr sz="1425" b="1">
                <a:solidFill>
                  <a:srgbClr val="B6DAD8"/>
                </a:solidFill>
              </a:defRPr>
            </a:lvl3pPr>
            <a:lvl4pPr algn="l">
              <a:defRPr sz="1425" b="1">
                <a:solidFill>
                  <a:srgbClr val="B6DAD8"/>
                </a:solidFill>
              </a:defRPr>
            </a:lvl4pPr>
            <a:lvl5pPr algn="l">
              <a:defRPr sz="1425" b="1">
                <a:solidFill>
                  <a:srgbClr val="B6DAD8"/>
                </a:solidFill>
              </a:defRPr>
            </a:lvl5pPr>
            <a:lvl6pPr algn="l">
              <a:defRPr sz="1425" b="1">
                <a:solidFill>
                  <a:srgbClr val="B6DAD8"/>
                </a:solidFill>
              </a:defRPr>
            </a:lvl6pPr>
            <a:lvl7pPr algn="l">
              <a:defRPr sz="1425" b="1">
                <a:solidFill>
                  <a:srgbClr val="B6DAD8"/>
                </a:solidFill>
              </a:defRPr>
            </a:lvl7pPr>
            <a:lvl8pPr algn="l">
              <a:defRPr sz="1425" b="1">
                <a:solidFill>
                  <a:srgbClr val="B6DAD8"/>
                </a:solidFill>
              </a:defRPr>
            </a:lvl8pPr>
            <a:lvl9pPr algn="l">
              <a:defRPr sz="1425" b="1">
                <a:solidFill>
                  <a:srgbClr val="B6DAD8"/>
                </a:solidFill>
              </a:defRPr>
            </a:lvl9pPr>
          </a:lstStyle>
          <a:p xmlns:a="http://schemas.openxmlformats.org/drawingml/2006/main">
            <a:pPr algn="l">
              <a:lnSpc>
                <a:spcPct val="108000"/>
              </a:lnSpc>
              <a:buNone/>
              <a:defRPr sz="1425" b="1">
                <a:solidFill>
                  <a:srgbClr val="B6DAD8"/>
                </a:solidFill>
              </a:defRPr>
            </a:pPr>
            <a:r>
              <a:rPr sz="1425" b="1">
                <a:solidFill>
                  <a:srgbClr val="B6DAD8"/>
                </a:solidFill>
              </a:rPr>
              <a:t>EMPLOYEE PORTAL</a:t>
            </a:r>
          </a:p>
        </p:txBody>
      </p:sp>
      <p:sp>
        <p:nvSpPr>
          <p:cNvPr id="7" name="">
            <a:extLst xmlns:a="http://schemas.openxmlformats.org/drawingml/2006/main">
              <a:ext uri="{FF2B5EF4-FFF2-40B4-BE49-F238E27FC236}">
                <a16:creationId xmlns:a16="http://schemas.microsoft.com/office/drawing/2014/main" id="{C04DFA22-0A79-456D-A111-8A7F464D110F}"/>
              </a:ext>
            </a:extLst>
          </p:cNvPr>
          <p:cNvSpPr>
            <a:spLocks xmlns:a="http://schemas.openxmlformats.org/drawingml/2006/main" noGrp="1"/>
          </p:cNvSpPr>
          <p:nvPr/>
        </p:nvSpPr>
        <p:spPr>
          <a:xfrm xmlns:a="http://schemas.openxmlformats.org/drawingml/2006/main">
            <a:off x="685800" y="1457325"/>
            <a:ext cx="666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4425" b="1">
                <a:solidFill>
                  <a:srgbClr val="FFFFFF"/>
                </a:solidFill>
              </a:defRPr>
            </a:defPPr>
            <a:lvl1pPr algn="l">
              <a:defRPr sz="4425" b="1">
                <a:solidFill>
                  <a:srgbClr val="FFFFFF"/>
                </a:solidFill>
              </a:defRPr>
            </a:lvl1pPr>
            <a:lvl2pPr algn="l">
              <a:defRPr sz="4425" b="1">
                <a:solidFill>
                  <a:srgbClr val="FFFFFF"/>
                </a:solidFill>
              </a:defRPr>
            </a:lvl2pPr>
            <a:lvl3pPr algn="l">
              <a:defRPr sz="4425" b="1">
                <a:solidFill>
                  <a:srgbClr val="FFFFFF"/>
                </a:solidFill>
              </a:defRPr>
            </a:lvl3pPr>
            <a:lvl4pPr algn="l">
              <a:defRPr sz="4425" b="1">
                <a:solidFill>
                  <a:srgbClr val="FFFFFF"/>
                </a:solidFill>
              </a:defRPr>
            </a:lvl4pPr>
            <a:lvl5pPr algn="l">
              <a:defRPr sz="4425" b="1">
                <a:solidFill>
                  <a:srgbClr val="FFFFFF"/>
                </a:solidFill>
              </a:defRPr>
            </a:lvl5pPr>
            <a:lvl6pPr algn="l">
              <a:defRPr sz="4425" b="1">
                <a:solidFill>
                  <a:srgbClr val="FFFFFF"/>
                </a:solidFill>
              </a:defRPr>
            </a:lvl6pPr>
            <a:lvl7pPr algn="l">
              <a:defRPr sz="4425" b="1">
                <a:solidFill>
                  <a:srgbClr val="FFFFFF"/>
                </a:solidFill>
              </a:defRPr>
            </a:lvl7pPr>
            <a:lvl8pPr algn="l">
              <a:defRPr sz="4425" b="1">
                <a:solidFill>
                  <a:srgbClr val="FFFFFF"/>
                </a:solidFill>
              </a:defRPr>
            </a:lvl8pPr>
            <a:lvl9pPr algn="l">
              <a:defRPr sz="4425" b="1">
                <a:solidFill>
                  <a:srgbClr val="FFFFFF"/>
                </a:solidFill>
              </a:defRPr>
            </a:lvl9pPr>
          </a:lstStyle>
          <a:p xmlns:a="http://schemas.openxmlformats.org/drawingml/2006/main">
            <a:pPr algn="l">
              <a:lnSpc>
                <a:spcPct val="100000"/>
              </a:lnSpc>
              <a:buNone/>
              <a:defRPr sz="4425" b="1">
                <a:solidFill>
                  <a:srgbClr val="FFFFFF"/>
                </a:solidFill>
              </a:defRPr>
            </a:pPr>
            <a:r>
              <a:rPr sz="4425" b="1">
                <a:solidFill>
                  <a:srgbClr val="FFFFFF"/>
                </a:solidFill>
              </a:rPr>
              <a:t>ICT Helpdesk</a:t>
            </a:r>
          </a:p>
          <a:p xmlns:a="http://schemas.openxmlformats.org/drawingml/2006/main">
            <a:pPr algn="l">
              <a:lnSpc>
                <a:spcPct val="100000"/>
              </a:lnSpc>
              <a:buNone/>
              <a:defRPr sz="4425" b="1">
                <a:solidFill>
                  <a:srgbClr val="FFFFFF"/>
                </a:solidFill>
              </a:defRPr>
            </a:pPr>
            <a:r>
              <a:rPr sz="4425" b="1">
                <a:solidFill>
                  <a:srgbClr val="FFFFFF"/>
                </a:solidFill>
              </a:rPr>
              <a:t>Ticket Flow</a:t>
            </a:r>
          </a:p>
        </p:txBody>
      </p:sp>
      <p:sp>
        <p:nvSpPr>
          <p:cNvPr id="8" name="">
            <a:extLst xmlns:a="http://schemas.openxmlformats.org/drawingml/2006/main">
              <a:ext uri="{FF2B5EF4-FFF2-40B4-BE49-F238E27FC236}">
                <a16:creationId xmlns:a16="http://schemas.microsoft.com/office/drawing/2014/main" id="{E19A0CD9-EFF6-4B70-A3FE-F86D4BD2A5B0}"/>
              </a:ext>
            </a:extLst>
          </p:cNvPr>
          <p:cNvSpPr>
            <a:spLocks xmlns:a="http://schemas.openxmlformats.org/drawingml/2006/main" noGrp="1"/>
          </p:cNvSpPr>
          <p:nvPr/>
        </p:nvSpPr>
        <p:spPr>
          <a:xfrm xmlns:a="http://schemas.openxmlformats.org/drawingml/2006/main">
            <a:off x="723900" y="3381375"/>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7E5EC"/>
                </a:solidFill>
              </a:defRPr>
            </a:defPPr>
            <a:lvl1pPr algn="l">
              <a:defRPr sz="1875" b="0">
                <a:solidFill>
                  <a:srgbClr val="D7E5EC"/>
                </a:solidFill>
              </a:defRPr>
            </a:lvl1pPr>
            <a:lvl2pPr algn="l">
              <a:defRPr sz="1875" b="0">
                <a:solidFill>
                  <a:srgbClr val="D7E5EC"/>
                </a:solidFill>
              </a:defRPr>
            </a:lvl2pPr>
            <a:lvl3pPr algn="l">
              <a:defRPr sz="1875" b="0">
                <a:solidFill>
                  <a:srgbClr val="D7E5EC"/>
                </a:solidFill>
              </a:defRPr>
            </a:lvl3pPr>
            <a:lvl4pPr algn="l">
              <a:defRPr sz="1875" b="0">
                <a:solidFill>
                  <a:srgbClr val="D7E5EC"/>
                </a:solidFill>
              </a:defRPr>
            </a:lvl4pPr>
            <a:lvl5pPr algn="l">
              <a:defRPr sz="1875" b="0">
                <a:solidFill>
                  <a:srgbClr val="D7E5EC"/>
                </a:solidFill>
              </a:defRPr>
            </a:lvl5pPr>
            <a:lvl6pPr algn="l">
              <a:defRPr sz="1875" b="0">
                <a:solidFill>
                  <a:srgbClr val="D7E5EC"/>
                </a:solidFill>
              </a:defRPr>
            </a:lvl6pPr>
            <a:lvl7pPr algn="l">
              <a:defRPr sz="1875" b="0">
                <a:solidFill>
                  <a:srgbClr val="D7E5EC"/>
                </a:solidFill>
              </a:defRPr>
            </a:lvl7pPr>
            <a:lvl8pPr algn="l">
              <a:defRPr sz="1875" b="0">
                <a:solidFill>
                  <a:srgbClr val="D7E5EC"/>
                </a:solidFill>
              </a:defRPr>
            </a:lvl8pPr>
            <a:lvl9pPr algn="l">
              <a:defRPr sz="1875" b="0">
                <a:solidFill>
                  <a:srgbClr val="D7E5EC"/>
                </a:solidFill>
              </a:defRPr>
            </a:lvl9pPr>
          </a:lstStyle>
          <a:p xmlns:a="http://schemas.openxmlformats.org/drawingml/2006/main">
            <a:pPr algn="l">
              <a:lnSpc>
                <a:spcPct val="108000"/>
              </a:lnSpc>
              <a:buNone/>
              <a:defRPr sz="1875" b="0">
                <a:solidFill>
                  <a:srgbClr val="D7E5EC"/>
                </a:solidFill>
              </a:defRPr>
            </a:pPr>
            <a:r>
              <a:rPr sz="1875" b="0">
                <a:solidFill>
                  <a:srgbClr val="D7E5EC"/>
                </a:solidFill>
              </a:rPr>
              <a:t>A practical guide from request submission to follow-up</a:t>
            </a:r>
          </a:p>
        </p:txBody>
      </p:sp>
      <p:sp>
        <p:nvSpPr>
          <p:cNvPr id="9" name="">
            <a:extLst xmlns:a="http://schemas.openxmlformats.org/drawingml/2006/main">
              <a:ext uri="{FF2B5EF4-FFF2-40B4-BE49-F238E27FC236}">
                <a16:creationId xmlns:a16="http://schemas.microsoft.com/office/drawing/2014/main" id="{558F546C-89C0-4BE3-9A14-8D0807EF6A54}"/>
              </a:ext>
            </a:extLst>
          </p:cNvPr>
          <p:cNvSpPr>
            <a:spLocks xmlns:a="http://schemas.openxmlformats.org/drawingml/2006/main" noGrp="1"/>
          </p:cNvSpPr>
          <p:nvPr/>
        </p:nvSpPr>
        <p:spPr>
          <a:xfrm xmlns:a="http://schemas.openxmlformats.org/drawingml/2006/main">
            <a:off x="723900" y="4314825"/>
            <a:ext cx="5524500" cy="19050"/>
          </a:xfrm>
          <a:prstGeom xmlns:a="http://schemas.openxmlformats.org/drawingml/2006/main" prst="rect">
            <a:avLst/>
          </a:prstGeom>
          <a:solidFill xmlns:a="http://schemas.openxmlformats.org/drawingml/2006/main">
            <a:srgbClr val="46647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6A4C82-8D9A-4682-BC60-6C5A682D969F}"/>
              </a:ext>
            </a:extLst>
          </p:cNvPr>
          <p:cNvSpPr>
            <a:spLocks xmlns:a="http://schemas.openxmlformats.org/drawingml/2006/main" noGrp="1"/>
          </p:cNvSpPr>
          <p:nvPr/>
        </p:nvSpPr>
        <p:spPr>
          <a:xfrm xmlns:a="http://schemas.openxmlformats.org/drawingml/2006/main">
            <a:off x="723900" y="4505325"/>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B6DAD8"/>
                </a:solidFill>
              </a:defRPr>
            </a:defPPr>
            <a:lvl1pPr algn="l">
              <a:defRPr sz="1500" b="1">
                <a:solidFill>
                  <a:srgbClr val="B6DAD8"/>
                </a:solidFill>
              </a:defRPr>
            </a:lvl1pPr>
            <a:lvl2pPr algn="l">
              <a:defRPr sz="1500" b="1">
                <a:solidFill>
                  <a:srgbClr val="B6DAD8"/>
                </a:solidFill>
              </a:defRPr>
            </a:lvl2pPr>
            <a:lvl3pPr algn="l">
              <a:defRPr sz="1500" b="1">
                <a:solidFill>
                  <a:srgbClr val="B6DAD8"/>
                </a:solidFill>
              </a:defRPr>
            </a:lvl3pPr>
            <a:lvl4pPr algn="l">
              <a:defRPr sz="1500" b="1">
                <a:solidFill>
                  <a:srgbClr val="B6DAD8"/>
                </a:solidFill>
              </a:defRPr>
            </a:lvl4pPr>
            <a:lvl5pPr algn="l">
              <a:defRPr sz="1500" b="1">
                <a:solidFill>
                  <a:srgbClr val="B6DAD8"/>
                </a:solidFill>
              </a:defRPr>
            </a:lvl5pPr>
            <a:lvl6pPr algn="l">
              <a:defRPr sz="1500" b="1">
                <a:solidFill>
                  <a:srgbClr val="B6DAD8"/>
                </a:solidFill>
              </a:defRPr>
            </a:lvl6pPr>
            <a:lvl7pPr algn="l">
              <a:defRPr sz="1500" b="1">
                <a:solidFill>
                  <a:srgbClr val="B6DAD8"/>
                </a:solidFill>
              </a:defRPr>
            </a:lvl7pPr>
            <a:lvl8pPr algn="l">
              <a:defRPr sz="1500" b="1">
                <a:solidFill>
                  <a:srgbClr val="B6DAD8"/>
                </a:solidFill>
              </a:defRPr>
            </a:lvl8pPr>
            <a:lvl9pPr algn="l">
              <a:defRPr sz="1500" b="1">
                <a:solidFill>
                  <a:srgbClr val="B6DAD8"/>
                </a:solidFill>
              </a:defRPr>
            </a:lvl9pPr>
          </a:lstStyle>
          <a:p xmlns:a="http://schemas.openxmlformats.org/drawingml/2006/main">
            <a:pPr algn="l">
              <a:lnSpc>
                <a:spcPct val="108000"/>
              </a:lnSpc>
              <a:buNone/>
              <a:defRPr sz="1500" b="1">
                <a:solidFill>
                  <a:srgbClr val="B6DAD8"/>
                </a:solidFill>
              </a:defRPr>
            </a:pPr>
            <a:r>
              <a:rPr sz="1500" b="1">
                <a:solidFill>
                  <a:srgbClr val="B6DAD8"/>
                </a:solidFill>
              </a:rPr>
              <a:t>Employee-side process overview</a:t>
            </a:r>
          </a:p>
        </p:txBody>
      </p:sp>
      <p:sp>
        <p:nvSpPr>
          <p:cNvPr id="11" name="">
            <a:extLst xmlns:a="http://schemas.openxmlformats.org/drawingml/2006/main">
              <a:ext uri="{FF2B5EF4-FFF2-40B4-BE49-F238E27FC236}">
                <a16:creationId xmlns:a16="http://schemas.microsoft.com/office/drawing/2014/main" id="{C56F5500-2A13-4348-88F8-72B0129D93BF}"/>
              </a:ext>
            </a:extLst>
          </p:cNvPr>
          <p:cNvSpPr>
            <a:spLocks xmlns:a="http://schemas.openxmlformats.org/drawingml/2006/main" noGrp="1"/>
          </p:cNvSpPr>
          <p:nvPr/>
        </p:nvSpPr>
        <p:spPr>
          <a:xfrm xmlns:a="http://schemas.openxmlformats.org/drawingml/2006/main">
            <a:off x="723900" y="4981575"/>
            <a:ext cx="657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FFFFFF"/>
                </a:solidFill>
              </a:defRPr>
            </a:defPPr>
            <a:lvl1pPr algn="l">
              <a:defRPr sz="1725" b="0">
                <a:solidFill>
                  <a:srgbClr val="FFFFFF"/>
                </a:solidFill>
              </a:defRPr>
            </a:lvl1pPr>
            <a:lvl2pPr algn="l">
              <a:defRPr sz="1725" b="0">
                <a:solidFill>
                  <a:srgbClr val="FFFFFF"/>
                </a:solidFill>
              </a:defRPr>
            </a:lvl2pPr>
            <a:lvl3pPr algn="l">
              <a:defRPr sz="1725" b="0">
                <a:solidFill>
                  <a:srgbClr val="FFFFFF"/>
                </a:solidFill>
              </a:defRPr>
            </a:lvl3pPr>
            <a:lvl4pPr algn="l">
              <a:defRPr sz="1725" b="0">
                <a:solidFill>
                  <a:srgbClr val="FFFFFF"/>
                </a:solidFill>
              </a:defRPr>
            </a:lvl4pPr>
            <a:lvl5pPr algn="l">
              <a:defRPr sz="1725" b="0">
                <a:solidFill>
                  <a:srgbClr val="FFFFFF"/>
                </a:solidFill>
              </a:defRPr>
            </a:lvl5pPr>
            <a:lvl6pPr algn="l">
              <a:defRPr sz="1725" b="0">
                <a:solidFill>
                  <a:srgbClr val="FFFFFF"/>
                </a:solidFill>
              </a:defRPr>
            </a:lvl6pPr>
            <a:lvl7pPr algn="l">
              <a:defRPr sz="1725" b="0">
                <a:solidFill>
                  <a:srgbClr val="FFFFFF"/>
                </a:solidFill>
              </a:defRPr>
            </a:lvl7pPr>
            <a:lvl8pPr algn="l">
              <a:defRPr sz="1725" b="0">
                <a:solidFill>
                  <a:srgbClr val="FFFFFF"/>
                </a:solidFill>
              </a:defRPr>
            </a:lvl8pPr>
            <a:lvl9pPr algn="l">
              <a:defRPr sz="1725" b="0">
                <a:solidFill>
                  <a:srgbClr val="FFFFFF"/>
                </a:solidFill>
              </a:defRPr>
            </a:lvl9pPr>
          </a:lstStyle>
          <a:p xmlns:a="http://schemas.openxmlformats.org/drawingml/2006/main">
            <a:pPr algn="l">
              <a:lnSpc>
                <a:spcPct val="108000"/>
              </a:lnSpc>
              <a:buNone/>
              <a:defRPr sz="1725" b="0">
                <a:solidFill>
                  <a:srgbClr val="FFFFFF"/>
                </a:solidFill>
              </a:defRPr>
            </a:pPr>
            <a:r>
              <a:rPr sz="1725" b="0">
                <a:solidFill>
                  <a:srgbClr val="FFFFFF"/>
                </a:solidFill>
              </a:rPr>
              <a:t>Submit  →  Confirm  →  Track  →  Follow up</a:t>
            </a:r>
          </a:p>
        </p:txBody>
      </p:sp>
    </p:spTree>
    <p:extLst>
      <p:ext uri="{BB962C8B-B14F-4D97-AF65-F5344CB8AC3E}">
        <p14:creationId xmlns:p14="http://schemas.microsoft.com/office/powerpoint/2010/main" val="256279158"/>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341C4D1-33D2-4BDF-81B2-4B05F397298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395DF4-2C93-4793-B8FA-FCFDFE2341DE}"/>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Employee dashboard and entry points</a:t>
            </a:r>
          </a:p>
        </p:txBody>
      </p:sp>
      <p:sp>
        <p:nvSpPr>
          <p:cNvPr id="3" name="">
            <a:extLst xmlns:a="http://schemas.openxmlformats.org/drawingml/2006/main">
              <a:ext uri="{FF2B5EF4-FFF2-40B4-BE49-F238E27FC236}">
                <a16:creationId xmlns:a16="http://schemas.microsoft.com/office/drawing/2014/main" id="{70B8AFB7-94ED-4E9D-A6B8-8C4EBCD8F641}"/>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The dashboard is the starting point for both new requests and follow-up.</a:t>
            </a:r>
          </a:p>
        </p:txBody>
      </p:sp>
      <p:sp>
        <p:nvSpPr>
          <p:cNvPr id="4" name="">
            <a:extLst xmlns:a="http://schemas.openxmlformats.org/drawingml/2006/main">
              <a:ext uri="{FF2B5EF4-FFF2-40B4-BE49-F238E27FC236}">
                <a16:creationId xmlns:a16="http://schemas.microsoft.com/office/drawing/2014/main" id="{D991CF98-2003-4F7C-B765-B87B10880BBD}"/>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BBA615-6B0A-48F3-B25A-D7F2AE66AE58}"/>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53AFBCE6-8D1F-421F-80FB-347C1914EA9C}"/>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02</a:t>
            </a:r>
          </a:p>
        </p:txBody>
      </p:sp>
      <p:sp>
        <p:nvSpPr>
          <p:cNvPr id="7" name="">
            <a:extLst xmlns:a="http://schemas.openxmlformats.org/drawingml/2006/main">
              <a:ext uri="{FF2B5EF4-FFF2-40B4-BE49-F238E27FC236}">
                <a16:creationId xmlns:a16="http://schemas.microsoft.com/office/drawing/2014/main" id="{93783590-AD37-460D-8167-94C7AC5E46CB}"/>
              </a:ext>
            </a:extLst>
          </p:cNvPr>
          <p:cNvSpPr>
            <a:spLocks xmlns:a="http://schemas.openxmlformats.org/drawingml/2006/main" noGrp="1"/>
          </p:cNvSpPr>
          <p:nvPr/>
        </p:nvSpPr>
        <p:spPr>
          <a:xfrm xmlns:a="http://schemas.openxmlformats.org/drawingml/2006/main">
            <a:off x="762000" y="159067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68C8C"/>
                </a:solidFill>
              </a:defRPr>
            </a:defPPr>
            <a:lvl1pPr algn="l">
              <a:defRPr sz="1275" b="1">
                <a:solidFill>
                  <a:srgbClr val="168C8C"/>
                </a:solidFill>
              </a:defRPr>
            </a:lvl1pPr>
            <a:lvl2pPr algn="l">
              <a:defRPr sz="1275" b="1">
                <a:solidFill>
                  <a:srgbClr val="168C8C"/>
                </a:solidFill>
              </a:defRPr>
            </a:lvl2pPr>
            <a:lvl3pPr algn="l">
              <a:defRPr sz="1275" b="1">
                <a:solidFill>
                  <a:srgbClr val="168C8C"/>
                </a:solidFill>
              </a:defRPr>
            </a:lvl3pPr>
            <a:lvl4pPr algn="l">
              <a:defRPr sz="1275" b="1">
                <a:solidFill>
                  <a:srgbClr val="168C8C"/>
                </a:solidFill>
              </a:defRPr>
            </a:lvl4pPr>
            <a:lvl5pPr algn="l">
              <a:defRPr sz="1275" b="1">
                <a:solidFill>
                  <a:srgbClr val="168C8C"/>
                </a:solidFill>
              </a:defRPr>
            </a:lvl5pPr>
            <a:lvl6pPr algn="l">
              <a:defRPr sz="1275" b="1">
                <a:solidFill>
                  <a:srgbClr val="168C8C"/>
                </a:solidFill>
              </a:defRPr>
            </a:lvl6pPr>
            <a:lvl7pPr algn="l">
              <a:defRPr sz="1275" b="1">
                <a:solidFill>
                  <a:srgbClr val="168C8C"/>
                </a:solidFill>
              </a:defRPr>
            </a:lvl7pPr>
            <a:lvl8pPr algn="l">
              <a:defRPr sz="1275" b="1">
                <a:solidFill>
                  <a:srgbClr val="168C8C"/>
                </a:solidFill>
              </a:defRPr>
            </a:lvl8pPr>
            <a:lvl9pPr algn="l">
              <a:defRPr sz="1275" b="1">
                <a:solidFill>
                  <a:srgbClr val="168C8C"/>
                </a:solidFill>
              </a:defRPr>
            </a:lvl9pPr>
          </a:lstStyle>
          <a:p xmlns:a="http://schemas.openxmlformats.org/drawingml/2006/main">
            <a:pPr algn="l">
              <a:lnSpc>
                <a:spcPct val="108000"/>
              </a:lnSpc>
              <a:buNone/>
              <a:defRPr sz="1275" b="1">
                <a:solidFill>
                  <a:srgbClr val="168C8C"/>
                </a:solidFill>
              </a:defRPr>
            </a:pPr>
            <a:r>
              <a:rPr sz="1275" b="1">
                <a:solidFill>
                  <a:srgbClr val="168C8C"/>
                </a:solidFill>
              </a:rPr>
              <a:t>EMPLOYEE PORTAL</a:t>
            </a:r>
          </a:p>
        </p:txBody>
      </p:sp>
      <p:sp>
        <p:nvSpPr>
          <p:cNvPr id="8" name="">
            <a:extLst xmlns:a="http://schemas.openxmlformats.org/drawingml/2006/main">
              <a:ext uri="{FF2B5EF4-FFF2-40B4-BE49-F238E27FC236}">
                <a16:creationId xmlns:a16="http://schemas.microsoft.com/office/drawing/2014/main" id="{A7329F0E-DCA8-44D2-8870-10B05E908A20}"/>
              </a:ext>
            </a:extLst>
          </p:cNvPr>
          <p:cNvSpPr>
            <a:spLocks xmlns:a="http://schemas.openxmlformats.org/drawingml/2006/main" noGrp="1"/>
          </p:cNvSpPr>
          <p:nvPr/>
        </p:nvSpPr>
        <p:spPr>
          <a:xfrm xmlns:a="http://schemas.openxmlformats.org/drawingml/2006/main">
            <a:off x="762000" y="1933575"/>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3E5C"/>
                </a:solidFill>
              </a:defRPr>
            </a:defPPr>
            <a:lvl1pPr algn="l">
              <a:defRPr sz="2550" b="1">
                <a:solidFill>
                  <a:srgbClr val="153E5C"/>
                </a:solidFill>
              </a:defRPr>
            </a:lvl1pPr>
            <a:lvl2pPr algn="l">
              <a:defRPr sz="2550" b="1">
                <a:solidFill>
                  <a:srgbClr val="153E5C"/>
                </a:solidFill>
              </a:defRPr>
            </a:lvl2pPr>
            <a:lvl3pPr algn="l">
              <a:defRPr sz="2550" b="1">
                <a:solidFill>
                  <a:srgbClr val="153E5C"/>
                </a:solidFill>
              </a:defRPr>
            </a:lvl3pPr>
            <a:lvl4pPr algn="l">
              <a:defRPr sz="2550" b="1">
                <a:solidFill>
                  <a:srgbClr val="153E5C"/>
                </a:solidFill>
              </a:defRPr>
            </a:lvl4pPr>
            <a:lvl5pPr algn="l">
              <a:defRPr sz="2550" b="1">
                <a:solidFill>
                  <a:srgbClr val="153E5C"/>
                </a:solidFill>
              </a:defRPr>
            </a:lvl5pPr>
            <a:lvl6pPr algn="l">
              <a:defRPr sz="2550" b="1">
                <a:solidFill>
                  <a:srgbClr val="153E5C"/>
                </a:solidFill>
              </a:defRPr>
            </a:lvl6pPr>
            <a:lvl7pPr algn="l">
              <a:defRPr sz="2550" b="1">
                <a:solidFill>
                  <a:srgbClr val="153E5C"/>
                </a:solidFill>
              </a:defRPr>
            </a:lvl7pPr>
            <a:lvl8pPr algn="l">
              <a:defRPr sz="2550" b="1">
                <a:solidFill>
                  <a:srgbClr val="153E5C"/>
                </a:solidFill>
              </a:defRPr>
            </a:lvl8pPr>
            <a:lvl9pPr algn="l">
              <a:defRPr sz="2550" b="1">
                <a:solidFill>
                  <a:srgbClr val="153E5C"/>
                </a:solidFill>
              </a:defRPr>
            </a:lvl9pPr>
          </a:lstStyle>
          <a:p xmlns:a="http://schemas.openxmlformats.org/drawingml/2006/main">
            <a:pPr algn="l">
              <a:lnSpc>
                <a:spcPct val="108000"/>
              </a:lnSpc>
              <a:buNone/>
              <a:defRPr sz="2550" b="1">
                <a:solidFill>
                  <a:srgbClr val="153E5C"/>
                </a:solidFill>
              </a:defRPr>
            </a:pPr>
            <a:r>
              <a:rPr sz="2550" b="1">
                <a:solidFill>
                  <a:srgbClr val="153E5C"/>
                </a:solidFill>
              </a:rPr>
              <a:t>Employee Dashboard</a:t>
            </a:r>
          </a:p>
        </p:txBody>
      </p:sp>
      <p:sp>
        <p:nvSpPr>
          <p:cNvPr id="9" name="">
            <a:extLst xmlns:a="http://schemas.openxmlformats.org/drawingml/2006/main">
              <a:ext uri="{FF2B5EF4-FFF2-40B4-BE49-F238E27FC236}">
                <a16:creationId xmlns:a16="http://schemas.microsoft.com/office/drawing/2014/main" id="{9DFF3023-D137-4196-A39A-B64A483A827C}"/>
              </a:ext>
            </a:extLst>
          </p:cNvPr>
          <p:cNvSpPr>
            <a:spLocks xmlns:a="http://schemas.openxmlformats.org/drawingml/2006/main" noGrp="1"/>
          </p:cNvSpPr>
          <p:nvPr/>
        </p:nvSpPr>
        <p:spPr>
          <a:xfrm xmlns:a="http://schemas.openxmlformats.org/drawingml/2006/main">
            <a:off x="762000" y="2524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526777"/>
                </a:solidFill>
              </a:defRPr>
            </a:defPPr>
            <a:lvl1pPr algn="l">
              <a:defRPr sz="1650" b="0">
                <a:solidFill>
                  <a:srgbClr val="526777"/>
                </a:solidFill>
              </a:defRPr>
            </a:lvl1pPr>
            <a:lvl2pPr algn="l">
              <a:defRPr sz="1650" b="0">
                <a:solidFill>
                  <a:srgbClr val="526777"/>
                </a:solidFill>
              </a:defRPr>
            </a:lvl2pPr>
            <a:lvl3pPr algn="l">
              <a:defRPr sz="1650" b="0">
                <a:solidFill>
                  <a:srgbClr val="526777"/>
                </a:solidFill>
              </a:defRPr>
            </a:lvl3pPr>
            <a:lvl4pPr algn="l">
              <a:defRPr sz="1650" b="0">
                <a:solidFill>
                  <a:srgbClr val="526777"/>
                </a:solidFill>
              </a:defRPr>
            </a:lvl4pPr>
            <a:lvl5pPr algn="l">
              <a:defRPr sz="1650" b="0">
                <a:solidFill>
                  <a:srgbClr val="526777"/>
                </a:solidFill>
              </a:defRPr>
            </a:lvl5pPr>
            <a:lvl6pPr algn="l">
              <a:defRPr sz="1650" b="0">
                <a:solidFill>
                  <a:srgbClr val="526777"/>
                </a:solidFill>
              </a:defRPr>
            </a:lvl6pPr>
            <a:lvl7pPr algn="l">
              <a:defRPr sz="1650" b="0">
                <a:solidFill>
                  <a:srgbClr val="526777"/>
                </a:solidFill>
              </a:defRPr>
            </a:lvl7pPr>
            <a:lvl8pPr algn="l">
              <a:defRPr sz="1650" b="0">
                <a:solidFill>
                  <a:srgbClr val="526777"/>
                </a:solidFill>
              </a:defRPr>
            </a:lvl8pPr>
            <a:lvl9pPr algn="l">
              <a:defRPr sz="1650" b="0">
                <a:solidFill>
                  <a:srgbClr val="526777"/>
                </a:solidFill>
              </a:defRPr>
            </a:lvl9pPr>
          </a:lstStyle>
          <a:p xmlns:a="http://schemas.openxmlformats.org/drawingml/2006/main">
            <a:pPr algn="l">
              <a:lnSpc>
                <a:spcPct val="108000"/>
              </a:lnSpc>
              <a:buNone/>
              <a:defRPr sz="1650" b="0">
                <a:solidFill>
                  <a:srgbClr val="526777"/>
                </a:solidFill>
              </a:defRPr>
            </a:pPr>
            <a:r>
              <a:rPr sz="1650" b="0">
                <a:solidFill>
                  <a:srgbClr val="526777"/>
                </a:solidFill>
              </a:rPr>
              <a:t>Helpdesk overview</a:t>
            </a:r>
          </a:p>
        </p:txBody>
      </p:sp>
      <p:sp>
        <p:nvSpPr>
          <p:cNvPr id="10" name="">
            <a:extLst xmlns:a="http://schemas.openxmlformats.org/drawingml/2006/main">
              <a:ext uri="{FF2B5EF4-FFF2-40B4-BE49-F238E27FC236}">
                <a16:creationId xmlns:a16="http://schemas.microsoft.com/office/drawing/2014/main" id="{A44CF53A-1E12-45F0-943D-96AAA51C9F9F}"/>
              </a:ext>
            </a:extLst>
          </p:cNvPr>
          <p:cNvSpPr>
            <a:spLocks xmlns:a="http://schemas.openxmlformats.org/drawingml/2006/main" noGrp="1"/>
          </p:cNvSpPr>
          <p:nvPr/>
        </p:nvSpPr>
        <p:spPr>
          <a:xfrm xmlns:a="http://schemas.openxmlformats.org/drawingml/2006/main">
            <a:off x="762000" y="3248025"/>
            <a:ext cx="3000375" cy="685800"/>
          </a:xfrm>
          <a:prstGeom xmlns:a="http://schemas.openxmlformats.org/drawingml/2006/main" prst="roundRect">
            <a:avLst>
              <a:gd name="adj" fmla="val 11111"/>
            </a:avLst>
          </a:prstGeom>
          <a:solidFill xmlns:a="http://schemas.openxmlformats.org/drawingml/2006/main">
            <a:srgbClr val="168C8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1CFBFE-0780-47FD-8EFE-072E87432B49}"/>
              </a:ext>
            </a:extLst>
          </p:cNvPr>
          <p:cNvSpPr>
            <a:spLocks xmlns:a="http://schemas.openxmlformats.org/drawingml/2006/main" noGrp="1"/>
          </p:cNvSpPr>
          <p:nvPr/>
        </p:nvSpPr>
        <p:spPr>
          <a:xfrm xmlns:a="http://schemas.openxmlformats.org/drawingml/2006/main">
            <a:off x="962025" y="3333750"/>
            <a:ext cx="2571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025" b="1">
                <a:solidFill>
                  <a:srgbClr val="FFFFFF"/>
                </a:solidFill>
              </a:defRPr>
            </a:defPPr>
            <a:lvl1pPr algn="ctr">
              <a:defRPr sz="2025" b="1">
                <a:solidFill>
                  <a:srgbClr val="FFFFFF"/>
                </a:solidFill>
              </a:defRPr>
            </a:lvl1pPr>
            <a:lvl2pPr algn="ctr">
              <a:defRPr sz="2025" b="1">
                <a:solidFill>
                  <a:srgbClr val="FFFFFF"/>
                </a:solidFill>
              </a:defRPr>
            </a:lvl2pPr>
            <a:lvl3pPr algn="ctr">
              <a:defRPr sz="2025" b="1">
                <a:solidFill>
                  <a:srgbClr val="FFFFFF"/>
                </a:solidFill>
              </a:defRPr>
            </a:lvl3pPr>
            <a:lvl4pPr algn="ctr">
              <a:defRPr sz="2025" b="1">
                <a:solidFill>
                  <a:srgbClr val="FFFFFF"/>
                </a:solidFill>
              </a:defRPr>
            </a:lvl4pPr>
            <a:lvl5pPr algn="ctr">
              <a:defRPr sz="2025" b="1">
                <a:solidFill>
                  <a:srgbClr val="FFFFFF"/>
                </a:solidFill>
              </a:defRPr>
            </a:lvl5pPr>
            <a:lvl6pPr algn="ctr">
              <a:defRPr sz="2025" b="1">
                <a:solidFill>
                  <a:srgbClr val="FFFFFF"/>
                </a:solidFill>
              </a:defRPr>
            </a:lvl6pPr>
            <a:lvl7pPr algn="ctr">
              <a:defRPr sz="2025" b="1">
                <a:solidFill>
                  <a:srgbClr val="FFFFFF"/>
                </a:solidFill>
              </a:defRPr>
            </a:lvl7pPr>
            <a:lvl8pPr algn="ctr">
              <a:defRPr sz="2025" b="1">
                <a:solidFill>
                  <a:srgbClr val="FFFFFF"/>
                </a:solidFill>
              </a:defRPr>
            </a:lvl8pPr>
            <a:lvl9pPr algn="ctr">
              <a:defRPr sz="2025" b="1">
                <a:solidFill>
                  <a:srgbClr val="FFFFFF"/>
                </a:solidFill>
              </a:defRPr>
            </a:lvl9pPr>
          </a:lstStyle>
          <a:p xmlns:a="http://schemas.openxmlformats.org/drawingml/2006/main">
            <a:pPr algn="ctr">
              <a:lnSpc>
                <a:spcPct val="108000"/>
              </a:lnSpc>
              <a:buNone/>
              <a:defRPr sz="2025" b="1">
                <a:solidFill>
                  <a:srgbClr val="FFFFFF"/>
                </a:solidFill>
              </a:defRPr>
            </a:pPr>
            <a:r>
              <a:rPr sz="2025" b="1">
                <a:solidFill>
                  <a:srgbClr val="FFFFFF"/>
                </a:solidFill>
              </a:rPr>
              <a:t>Submit Ticket</a:t>
            </a:r>
          </a:p>
        </p:txBody>
      </p:sp>
      <p:sp>
        <p:nvSpPr>
          <p:cNvPr id="12" name="">
            <a:extLst xmlns:a="http://schemas.openxmlformats.org/drawingml/2006/main">
              <a:ext uri="{FF2B5EF4-FFF2-40B4-BE49-F238E27FC236}">
                <a16:creationId xmlns:a16="http://schemas.microsoft.com/office/drawing/2014/main" id="{6032A4A5-DC0D-4567-9C17-C2F3B4C6F65B}"/>
              </a:ext>
            </a:extLst>
          </p:cNvPr>
          <p:cNvSpPr>
            <a:spLocks xmlns:a="http://schemas.openxmlformats.org/drawingml/2006/main" noGrp="1"/>
          </p:cNvSpPr>
          <p:nvPr/>
        </p:nvSpPr>
        <p:spPr>
          <a:xfrm xmlns:a="http://schemas.openxmlformats.org/drawingml/2006/main">
            <a:off x="762000" y="40767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526777"/>
                </a:solidFill>
              </a:defRPr>
            </a:defPPr>
            <a:lvl1pPr algn="ctr">
              <a:defRPr sz="1350" b="0">
                <a:solidFill>
                  <a:srgbClr val="526777"/>
                </a:solidFill>
              </a:defRPr>
            </a:lvl1pPr>
            <a:lvl2pPr algn="ctr">
              <a:defRPr sz="1350" b="0">
                <a:solidFill>
                  <a:srgbClr val="526777"/>
                </a:solidFill>
              </a:defRPr>
            </a:lvl2pPr>
            <a:lvl3pPr algn="ctr">
              <a:defRPr sz="1350" b="0">
                <a:solidFill>
                  <a:srgbClr val="526777"/>
                </a:solidFill>
              </a:defRPr>
            </a:lvl3pPr>
            <a:lvl4pPr algn="ctr">
              <a:defRPr sz="1350" b="0">
                <a:solidFill>
                  <a:srgbClr val="526777"/>
                </a:solidFill>
              </a:defRPr>
            </a:lvl4pPr>
            <a:lvl5pPr algn="ctr">
              <a:defRPr sz="1350" b="0">
                <a:solidFill>
                  <a:srgbClr val="526777"/>
                </a:solidFill>
              </a:defRPr>
            </a:lvl5pPr>
            <a:lvl6pPr algn="ctr">
              <a:defRPr sz="1350" b="0">
                <a:solidFill>
                  <a:srgbClr val="526777"/>
                </a:solidFill>
              </a:defRPr>
            </a:lvl6pPr>
            <a:lvl7pPr algn="ctr">
              <a:defRPr sz="1350" b="0">
                <a:solidFill>
                  <a:srgbClr val="526777"/>
                </a:solidFill>
              </a:defRPr>
            </a:lvl7pPr>
            <a:lvl8pPr algn="ctr">
              <a:defRPr sz="1350" b="0">
                <a:solidFill>
                  <a:srgbClr val="526777"/>
                </a:solidFill>
              </a:defRPr>
            </a:lvl8pPr>
            <a:lvl9pPr algn="ctr">
              <a:defRPr sz="1350" b="0">
                <a:solidFill>
                  <a:srgbClr val="526777"/>
                </a:solidFill>
              </a:defRPr>
            </a:lvl9pPr>
          </a:lstStyle>
          <a:p xmlns:a="http://schemas.openxmlformats.org/drawingml/2006/main">
            <a:pPr algn="ctr">
              <a:lnSpc>
                <a:spcPct val="108000"/>
              </a:lnSpc>
              <a:buNone/>
              <a:defRPr sz="1350" b="0">
                <a:solidFill>
                  <a:srgbClr val="526777"/>
                </a:solidFill>
              </a:defRPr>
            </a:pPr>
            <a:r>
              <a:rPr sz="1350" b="0">
                <a:solidFill>
                  <a:srgbClr val="526777"/>
                </a:solidFill>
              </a:rPr>
              <a:t>Use for a new ICT concern</a:t>
            </a:r>
          </a:p>
        </p:txBody>
      </p:sp>
      <p:sp>
        <p:nvSpPr>
          <p:cNvPr id="13" name="">
            <a:extLst xmlns:a="http://schemas.openxmlformats.org/drawingml/2006/main">
              <a:ext uri="{FF2B5EF4-FFF2-40B4-BE49-F238E27FC236}">
                <a16:creationId xmlns:a16="http://schemas.microsoft.com/office/drawing/2014/main" id="{6C153098-C96A-4209-AB83-01430411C0A7}"/>
              </a:ext>
            </a:extLst>
          </p:cNvPr>
          <p:cNvSpPr>
            <a:spLocks xmlns:a="http://schemas.openxmlformats.org/drawingml/2006/main" noGrp="1"/>
          </p:cNvSpPr>
          <p:nvPr/>
        </p:nvSpPr>
        <p:spPr>
          <a:xfrm xmlns:a="http://schemas.openxmlformats.org/drawingml/2006/main">
            <a:off x="4533900" y="2324100"/>
            <a:ext cx="904875" cy="38100"/>
          </a:xfrm>
          <a:prstGeom xmlns:a="http://schemas.openxmlformats.org/drawingml/2006/main" prst="rect">
            <a:avLst/>
          </a:prstGeom>
          <a:solidFill xmlns:a="http://schemas.openxmlformats.org/drawingml/2006/main">
            <a:srgbClr val="E89A3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C5242B9-7CD4-418B-815B-83D6F43920CC}"/>
              </a:ext>
            </a:extLst>
          </p:cNvPr>
          <p:cNvSpPr>
            <a:spLocks xmlns:a="http://schemas.openxmlformats.org/drawingml/2006/main" noGrp="1"/>
          </p:cNvSpPr>
          <p:nvPr/>
        </p:nvSpPr>
        <p:spPr>
          <a:xfrm xmlns:a="http://schemas.openxmlformats.org/drawingml/2006/main">
            <a:off x="5410200" y="2276475"/>
            <a:ext cx="133350" cy="1333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D0DC513-E0ED-4D0F-8A3E-3F6B68D350BE}"/>
              </a:ext>
            </a:extLst>
          </p:cNvPr>
          <p:cNvSpPr>
            <a:spLocks xmlns:a="http://schemas.openxmlformats.org/drawingml/2006/main" noGrp="1"/>
          </p:cNvSpPr>
          <p:nvPr/>
        </p:nvSpPr>
        <p:spPr>
          <a:xfrm xmlns:a="http://schemas.openxmlformats.org/drawingml/2006/main">
            <a:off x="5819775" y="160972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0F20EE7-991B-4505-A3B3-4B8B902FE3CA}"/>
              </a:ext>
            </a:extLst>
          </p:cNvPr>
          <p:cNvSpPr>
            <a:spLocks xmlns:a="http://schemas.openxmlformats.org/drawingml/2006/main" noGrp="1"/>
          </p:cNvSpPr>
          <p:nvPr/>
        </p:nvSpPr>
        <p:spPr>
          <a:xfrm xmlns:a="http://schemas.openxmlformats.org/drawingml/2006/main">
            <a:off x="5829300" y="1619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1</a:t>
            </a:r>
          </a:p>
        </p:txBody>
      </p:sp>
      <p:sp>
        <p:nvSpPr>
          <p:cNvPr id="17" name="">
            <a:extLst xmlns:a="http://schemas.openxmlformats.org/drawingml/2006/main">
              <a:ext uri="{FF2B5EF4-FFF2-40B4-BE49-F238E27FC236}">
                <a16:creationId xmlns:a16="http://schemas.microsoft.com/office/drawing/2014/main" id="{BBAFAE0F-1455-4878-B44D-EA84A0BCAA86}"/>
              </a:ext>
            </a:extLst>
          </p:cNvPr>
          <p:cNvSpPr>
            <a:spLocks xmlns:a="http://schemas.openxmlformats.org/drawingml/2006/main" noGrp="1"/>
          </p:cNvSpPr>
          <p:nvPr/>
        </p:nvSpPr>
        <p:spPr>
          <a:xfrm xmlns:a="http://schemas.openxmlformats.org/drawingml/2006/main">
            <a:off x="6381750" y="1571625"/>
            <a:ext cx="471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Open Helpdesk</a:t>
            </a:r>
          </a:p>
        </p:txBody>
      </p:sp>
      <p:sp>
        <p:nvSpPr>
          <p:cNvPr id="18" name="">
            <a:extLst xmlns:a="http://schemas.openxmlformats.org/drawingml/2006/main">
              <a:ext uri="{FF2B5EF4-FFF2-40B4-BE49-F238E27FC236}">
                <a16:creationId xmlns:a16="http://schemas.microsoft.com/office/drawing/2014/main" id="{AB8679B3-0FF7-4842-9EE6-290B14F80182}"/>
              </a:ext>
            </a:extLst>
          </p:cNvPr>
          <p:cNvSpPr>
            <a:spLocks xmlns:a="http://schemas.openxmlformats.org/drawingml/2006/main" noGrp="1"/>
          </p:cNvSpPr>
          <p:nvPr/>
        </p:nvSpPr>
        <p:spPr>
          <a:xfrm xmlns:a="http://schemas.openxmlformats.org/drawingml/2006/main">
            <a:off x="6381750" y="1924050"/>
            <a:ext cx="4714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Choose “Submit Ticket” from the dashboard or the Helpdesk section.</a:t>
            </a:r>
          </a:p>
        </p:txBody>
      </p:sp>
      <p:sp>
        <p:nvSpPr>
          <p:cNvPr id="19" name="">
            <a:extLst xmlns:a="http://schemas.openxmlformats.org/drawingml/2006/main">
              <a:ext uri="{FF2B5EF4-FFF2-40B4-BE49-F238E27FC236}">
                <a16:creationId xmlns:a16="http://schemas.microsoft.com/office/drawing/2014/main" id="{FB4F8B02-3433-4E68-AF8A-EFC3B062611E}"/>
              </a:ext>
            </a:extLst>
          </p:cNvPr>
          <p:cNvSpPr>
            <a:spLocks xmlns:a="http://schemas.openxmlformats.org/drawingml/2006/main" noGrp="1"/>
          </p:cNvSpPr>
          <p:nvPr/>
        </p:nvSpPr>
        <p:spPr>
          <a:xfrm xmlns:a="http://schemas.openxmlformats.org/drawingml/2006/main">
            <a:off x="5819775" y="2800350"/>
            <a:ext cx="400050" cy="4000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DCFA056-5A3B-4FF4-A049-366891F9245D}"/>
              </a:ext>
            </a:extLst>
          </p:cNvPr>
          <p:cNvSpPr>
            <a:spLocks xmlns:a="http://schemas.openxmlformats.org/drawingml/2006/main" noGrp="1"/>
          </p:cNvSpPr>
          <p:nvPr/>
        </p:nvSpPr>
        <p:spPr>
          <a:xfrm xmlns:a="http://schemas.openxmlformats.org/drawingml/2006/main">
            <a:off x="5829300" y="28098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2</a:t>
            </a:r>
          </a:p>
        </p:txBody>
      </p:sp>
      <p:sp>
        <p:nvSpPr>
          <p:cNvPr id="21" name="">
            <a:extLst xmlns:a="http://schemas.openxmlformats.org/drawingml/2006/main">
              <a:ext uri="{FF2B5EF4-FFF2-40B4-BE49-F238E27FC236}">
                <a16:creationId xmlns:a16="http://schemas.microsoft.com/office/drawing/2014/main" id="{3DA1B41C-1ADC-42A4-BEEC-307F23C84FA6}"/>
              </a:ext>
            </a:extLst>
          </p:cNvPr>
          <p:cNvSpPr>
            <a:spLocks xmlns:a="http://schemas.openxmlformats.org/drawingml/2006/main" noGrp="1"/>
          </p:cNvSpPr>
          <p:nvPr/>
        </p:nvSpPr>
        <p:spPr>
          <a:xfrm xmlns:a="http://schemas.openxmlformats.org/drawingml/2006/main">
            <a:off x="6381750" y="2762250"/>
            <a:ext cx="471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Need an existing request?</a:t>
            </a:r>
          </a:p>
        </p:txBody>
      </p:sp>
      <p:sp>
        <p:nvSpPr>
          <p:cNvPr id="22" name="">
            <a:extLst xmlns:a="http://schemas.openxmlformats.org/drawingml/2006/main">
              <a:ext uri="{FF2B5EF4-FFF2-40B4-BE49-F238E27FC236}">
                <a16:creationId xmlns:a16="http://schemas.microsoft.com/office/drawing/2014/main" id="{41F73230-2224-486D-B486-DE3550EE8810}"/>
              </a:ext>
            </a:extLst>
          </p:cNvPr>
          <p:cNvSpPr>
            <a:spLocks xmlns:a="http://schemas.openxmlformats.org/drawingml/2006/main" noGrp="1"/>
          </p:cNvSpPr>
          <p:nvPr/>
        </p:nvSpPr>
        <p:spPr>
          <a:xfrm xmlns:a="http://schemas.openxmlformats.org/drawingml/2006/main">
            <a:off x="6381750" y="3114675"/>
            <a:ext cx="4714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Choose “My Tickets” to find a submitted ticket and open its details.</a:t>
            </a:r>
          </a:p>
        </p:txBody>
      </p:sp>
      <p:sp>
        <p:nvSpPr>
          <p:cNvPr id="23" name="">
            <a:extLst xmlns:a="http://schemas.openxmlformats.org/drawingml/2006/main">
              <a:ext uri="{FF2B5EF4-FFF2-40B4-BE49-F238E27FC236}">
                <a16:creationId xmlns:a16="http://schemas.microsoft.com/office/drawing/2014/main" id="{DD192CCA-30F7-4BEB-9268-AD4900079261}"/>
              </a:ext>
            </a:extLst>
          </p:cNvPr>
          <p:cNvSpPr>
            <a:spLocks xmlns:a="http://schemas.openxmlformats.org/drawingml/2006/main" noGrp="1"/>
          </p:cNvSpPr>
          <p:nvPr/>
        </p:nvSpPr>
        <p:spPr>
          <a:xfrm xmlns:a="http://schemas.openxmlformats.org/drawingml/2006/main">
            <a:off x="5819775" y="399097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C4E1E01-A0AC-4AEF-8C33-49F018F6D7B1}"/>
              </a:ext>
            </a:extLst>
          </p:cNvPr>
          <p:cNvSpPr>
            <a:spLocks xmlns:a="http://schemas.openxmlformats.org/drawingml/2006/main" noGrp="1"/>
          </p:cNvSpPr>
          <p:nvPr/>
        </p:nvSpPr>
        <p:spPr>
          <a:xfrm xmlns:a="http://schemas.openxmlformats.org/drawingml/2006/main">
            <a:off x="5829300" y="40005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3</a:t>
            </a:r>
          </a:p>
        </p:txBody>
      </p:sp>
      <p:sp>
        <p:nvSpPr>
          <p:cNvPr id="25" name="">
            <a:extLst xmlns:a="http://schemas.openxmlformats.org/drawingml/2006/main">
              <a:ext uri="{FF2B5EF4-FFF2-40B4-BE49-F238E27FC236}">
                <a16:creationId xmlns:a16="http://schemas.microsoft.com/office/drawing/2014/main" id="{5A86B3D8-06BB-4007-A5CD-E1835C2557A1}"/>
              </a:ext>
            </a:extLst>
          </p:cNvPr>
          <p:cNvSpPr>
            <a:spLocks xmlns:a="http://schemas.openxmlformats.org/drawingml/2006/main" noGrp="1"/>
          </p:cNvSpPr>
          <p:nvPr/>
        </p:nvSpPr>
        <p:spPr>
          <a:xfrm xmlns:a="http://schemas.openxmlformats.org/drawingml/2006/main">
            <a:off x="6381750" y="3952875"/>
            <a:ext cx="471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Use the correct channel</a:t>
            </a:r>
          </a:p>
        </p:txBody>
      </p:sp>
      <p:sp>
        <p:nvSpPr>
          <p:cNvPr id="26" name="">
            <a:extLst xmlns:a="http://schemas.openxmlformats.org/drawingml/2006/main">
              <a:ext uri="{FF2B5EF4-FFF2-40B4-BE49-F238E27FC236}">
                <a16:creationId xmlns:a16="http://schemas.microsoft.com/office/drawing/2014/main" id="{24023040-EA3D-46EC-BC2B-4614CEA94C0F}"/>
              </a:ext>
            </a:extLst>
          </p:cNvPr>
          <p:cNvSpPr>
            <a:spLocks xmlns:a="http://schemas.openxmlformats.org/drawingml/2006/main" noGrp="1"/>
          </p:cNvSpPr>
          <p:nvPr/>
        </p:nvSpPr>
        <p:spPr>
          <a:xfrm xmlns:a="http://schemas.openxmlformats.org/drawingml/2006/main">
            <a:off x="6381750" y="4305300"/>
            <a:ext cx="4714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The standard submission form is intended for ICT-related concerns.</a:t>
            </a:r>
          </a:p>
        </p:txBody>
      </p:sp>
    </p:spTree>
    <p:extLst>
      <p:ext uri="{BB962C8B-B14F-4D97-AF65-F5344CB8AC3E}">
        <p14:creationId xmlns:p14="http://schemas.microsoft.com/office/powerpoint/2010/main" val="2035662829"/>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710B9F4-71D6-4EC9-B5E3-3554CED3071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263857-0486-40F8-8B21-E67696F4BA34}"/>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Choose the right helpdesk request</a:t>
            </a:r>
          </a:p>
        </p:txBody>
      </p:sp>
      <p:sp>
        <p:nvSpPr>
          <p:cNvPr id="3" name="">
            <a:extLst xmlns:a="http://schemas.openxmlformats.org/drawingml/2006/main">
              <a:ext uri="{FF2B5EF4-FFF2-40B4-BE49-F238E27FC236}">
                <a16:creationId xmlns:a16="http://schemas.microsoft.com/office/drawing/2014/main" id="{E6249A60-C0F5-4DAE-9FBA-8843A33075AD}"/>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Most employees use the standard ICT ticket form.</a:t>
            </a:r>
          </a:p>
        </p:txBody>
      </p:sp>
      <p:sp>
        <p:nvSpPr>
          <p:cNvPr id="4" name="">
            <a:extLst xmlns:a="http://schemas.openxmlformats.org/drawingml/2006/main">
              <a:ext uri="{FF2B5EF4-FFF2-40B4-BE49-F238E27FC236}">
                <a16:creationId xmlns:a16="http://schemas.microsoft.com/office/drawing/2014/main" id="{102D76F2-DDE8-45C7-B019-F2F1BE12D318}"/>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8D4B6AD-4F63-444D-AD99-42BD43B27292}"/>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23D94F0D-F8A9-446C-A2C3-8F0B36BFBF52}"/>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03</a:t>
            </a:r>
          </a:p>
        </p:txBody>
      </p:sp>
      <p:sp>
        <p:nvSpPr>
          <p:cNvPr id="7" name="">
            <a:extLst xmlns:a="http://schemas.openxmlformats.org/drawingml/2006/main">
              <a:ext uri="{FF2B5EF4-FFF2-40B4-BE49-F238E27FC236}">
                <a16:creationId xmlns:a16="http://schemas.microsoft.com/office/drawing/2014/main" id="{B1541E33-69C3-4C5D-9002-A09C26442ED7}"/>
              </a:ext>
            </a:extLst>
          </p:cNvPr>
          <p:cNvSpPr>
            <a:spLocks xmlns:a="http://schemas.openxmlformats.org/drawingml/2006/main" noGrp="1"/>
          </p:cNvSpPr>
          <p:nvPr/>
        </p:nvSpPr>
        <p:spPr>
          <a:xfrm xmlns:a="http://schemas.openxmlformats.org/drawingml/2006/main">
            <a:off x="781050" y="1628775"/>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8C8C"/>
                </a:solidFill>
              </a:defRPr>
            </a:defPPr>
            <a:lvl1pPr algn="l">
              <a:defRPr sz="1350" b="1">
                <a:solidFill>
                  <a:srgbClr val="168C8C"/>
                </a:solidFill>
              </a:defRPr>
            </a:lvl1pPr>
            <a:lvl2pPr algn="l">
              <a:defRPr sz="1350" b="1">
                <a:solidFill>
                  <a:srgbClr val="168C8C"/>
                </a:solidFill>
              </a:defRPr>
            </a:lvl2pPr>
            <a:lvl3pPr algn="l">
              <a:defRPr sz="1350" b="1">
                <a:solidFill>
                  <a:srgbClr val="168C8C"/>
                </a:solidFill>
              </a:defRPr>
            </a:lvl3pPr>
            <a:lvl4pPr algn="l">
              <a:defRPr sz="1350" b="1">
                <a:solidFill>
                  <a:srgbClr val="168C8C"/>
                </a:solidFill>
              </a:defRPr>
            </a:lvl4pPr>
            <a:lvl5pPr algn="l">
              <a:defRPr sz="1350" b="1">
                <a:solidFill>
                  <a:srgbClr val="168C8C"/>
                </a:solidFill>
              </a:defRPr>
            </a:lvl5pPr>
            <a:lvl6pPr algn="l">
              <a:defRPr sz="1350" b="1">
                <a:solidFill>
                  <a:srgbClr val="168C8C"/>
                </a:solidFill>
              </a:defRPr>
            </a:lvl6pPr>
            <a:lvl7pPr algn="l">
              <a:defRPr sz="1350" b="1">
                <a:solidFill>
                  <a:srgbClr val="168C8C"/>
                </a:solidFill>
              </a:defRPr>
            </a:lvl7pPr>
            <a:lvl8pPr algn="l">
              <a:defRPr sz="1350" b="1">
                <a:solidFill>
                  <a:srgbClr val="168C8C"/>
                </a:solidFill>
              </a:defRPr>
            </a:lvl8pPr>
            <a:lvl9pPr algn="l">
              <a:defRPr sz="1350" b="1">
                <a:solidFill>
                  <a:srgbClr val="168C8C"/>
                </a:solidFill>
              </a:defRPr>
            </a:lvl9pPr>
          </a:lstStyle>
          <a:p xmlns:a="http://schemas.openxmlformats.org/drawingml/2006/main">
            <a:pPr algn="l">
              <a:lnSpc>
                <a:spcPct val="108000"/>
              </a:lnSpc>
              <a:buNone/>
              <a:defRPr sz="1350" b="1">
                <a:solidFill>
                  <a:srgbClr val="168C8C"/>
                </a:solidFill>
              </a:defRPr>
            </a:pPr>
            <a:r>
              <a:rPr sz="1350" b="1">
                <a:solidFill>
                  <a:srgbClr val="168C8C"/>
                </a:solidFill>
              </a:rPr>
              <a:t>STANDARD ICT SUPPORT</a:t>
            </a:r>
          </a:p>
        </p:txBody>
      </p:sp>
      <p:sp>
        <p:nvSpPr>
          <p:cNvPr id="8" name="">
            <a:extLst xmlns:a="http://schemas.openxmlformats.org/drawingml/2006/main">
              <a:ext uri="{FF2B5EF4-FFF2-40B4-BE49-F238E27FC236}">
                <a16:creationId xmlns:a16="http://schemas.microsoft.com/office/drawing/2014/main" id="{647F8868-04EC-43EC-BD86-9AD19913C06D}"/>
              </a:ext>
            </a:extLst>
          </p:cNvPr>
          <p:cNvSpPr>
            <a:spLocks xmlns:a="http://schemas.openxmlformats.org/drawingml/2006/main" noGrp="1"/>
          </p:cNvSpPr>
          <p:nvPr/>
        </p:nvSpPr>
        <p:spPr>
          <a:xfrm xmlns:a="http://schemas.openxmlformats.org/drawingml/2006/main">
            <a:off x="781050" y="2028825"/>
            <a:ext cx="4810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75" b="1">
                <a:solidFill>
                  <a:srgbClr val="102A43"/>
                </a:solidFill>
              </a:defRPr>
            </a:defPPr>
            <a:lvl1pPr algn="l">
              <a:defRPr sz="2175" b="1">
                <a:solidFill>
                  <a:srgbClr val="102A43"/>
                </a:solidFill>
              </a:defRPr>
            </a:lvl1pPr>
            <a:lvl2pPr algn="l">
              <a:defRPr sz="2175" b="1">
                <a:solidFill>
                  <a:srgbClr val="102A43"/>
                </a:solidFill>
              </a:defRPr>
            </a:lvl2pPr>
            <a:lvl3pPr algn="l">
              <a:defRPr sz="2175" b="1">
                <a:solidFill>
                  <a:srgbClr val="102A43"/>
                </a:solidFill>
              </a:defRPr>
            </a:lvl3pPr>
            <a:lvl4pPr algn="l">
              <a:defRPr sz="2175" b="1">
                <a:solidFill>
                  <a:srgbClr val="102A43"/>
                </a:solidFill>
              </a:defRPr>
            </a:lvl4pPr>
            <a:lvl5pPr algn="l">
              <a:defRPr sz="2175" b="1">
                <a:solidFill>
                  <a:srgbClr val="102A43"/>
                </a:solidFill>
              </a:defRPr>
            </a:lvl5pPr>
            <a:lvl6pPr algn="l">
              <a:defRPr sz="2175" b="1">
                <a:solidFill>
                  <a:srgbClr val="102A43"/>
                </a:solidFill>
              </a:defRPr>
            </a:lvl6pPr>
            <a:lvl7pPr algn="l">
              <a:defRPr sz="2175" b="1">
                <a:solidFill>
                  <a:srgbClr val="102A43"/>
                </a:solidFill>
              </a:defRPr>
            </a:lvl7pPr>
            <a:lvl8pPr algn="l">
              <a:defRPr sz="2175" b="1">
                <a:solidFill>
                  <a:srgbClr val="102A43"/>
                </a:solidFill>
              </a:defRPr>
            </a:lvl8pPr>
            <a:lvl9pPr algn="l">
              <a:defRPr sz="2175" b="1">
                <a:solidFill>
                  <a:srgbClr val="102A43"/>
                </a:solidFill>
              </a:defRPr>
            </a:lvl9pPr>
          </a:lstStyle>
          <a:p xmlns:a="http://schemas.openxmlformats.org/drawingml/2006/main">
            <a:pPr algn="l">
              <a:lnSpc>
                <a:spcPct val="108000"/>
              </a:lnSpc>
              <a:buNone/>
              <a:defRPr sz="2175" b="1">
                <a:solidFill>
                  <a:srgbClr val="102A43"/>
                </a:solidFill>
              </a:defRPr>
            </a:pPr>
            <a:r>
              <a:rPr sz="2175" b="1">
                <a:solidFill>
                  <a:srgbClr val="102A43"/>
                </a:solidFill>
              </a:rPr>
              <a:t>Use Submit Ticket for an ICT issue or request.</a:t>
            </a:r>
          </a:p>
        </p:txBody>
      </p:sp>
      <p:sp>
        <p:nvSpPr>
          <p:cNvPr id="9" name="">
            <a:extLst xmlns:a="http://schemas.openxmlformats.org/drawingml/2006/main">
              <a:ext uri="{FF2B5EF4-FFF2-40B4-BE49-F238E27FC236}">
                <a16:creationId xmlns:a16="http://schemas.microsoft.com/office/drawing/2014/main" id="{810499FF-60BF-497A-A85F-9F84706069DF}"/>
              </a:ext>
            </a:extLst>
          </p:cNvPr>
          <p:cNvSpPr>
            <a:spLocks xmlns:a="http://schemas.openxmlformats.org/drawingml/2006/main" noGrp="1"/>
          </p:cNvSpPr>
          <p:nvPr/>
        </p:nvSpPr>
        <p:spPr>
          <a:xfrm xmlns:a="http://schemas.openxmlformats.org/drawingml/2006/main">
            <a:off x="819150" y="3048000"/>
            <a:ext cx="114300" cy="1143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528B11-08FC-435B-8172-07C5B868A256}"/>
              </a:ext>
            </a:extLst>
          </p:cNvPr>
          <p:cNvSpPr>
            <a:spLocks xmlns:a="http://schemas.openxmlformats.org/drawingml/2006/main" noGrp="1"/>
          </p:cNvSpPr>
          <p:nvPr/>
        </p:nvSpPr>
        <p:spPr>
          <a:xfrm xmlns:a="http://schemas.openxmlformats.org/drawingml/2006/main">
            <a:off x="1047750" y="294322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Computer / laptop</a:t>
            </a:r>
          </a:p>
        </p:txBody>
      </p:sp>
      <p:sp>
        <p:nvSpPr>
          <p:cNvPr id="11" name="">
            <a:extLst xmlns:a="http://schemas.openxmlformats.org/drawingml/2006/main">
              <a:ext uri="{FF2B5EF4-FFF2-40B4-BE49-F238E27FC236}">
                <a16:creationId xmlns:a16="http://schemas.microsoft.com/office/drawing/2014/main" id="{067E4DF4-9BC1-4202-8F86-AEB1FC01F115}"/>
              </a:ext>
            </a:extLst>
          </p:cNvPr>
          <p:cNvSpPr>
            <a:spLocks xmlns:a="http://schemas.openxmlformats.org/drawingml/2006/main" noGrp="1"/>
          </p:cNvSpPr>
          <p:nvPr/>
        </p:nvSpPr>
        <p:spPr>
          <a:xfrm xmlns:a="http://schemas.openxmlformats.org/drawingml/2006/main">
            <a:off x="3171825" y="3048000"/>
            <a:ext cx="114300" cy="1143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D41CFC7-E4EA-4ABC-A5F6-C2EDAECFA5A7}"/>
              </a:ext>
            </a:extLst>
          </p:cNvPr>
          <p:cNvSpPr>
            <a:spLocks xmlns:a="http://schemas.openxmlformats.org/drawingml/2006/main" noGrp="1"/>
          </p:cNvSpPr>
          <p:nvPr/>
        </p:nvSpPr>
        <p:spPr>
          <a:xfrm xmlns:a="http://schemas.openxmlformats.org/drawingml/2006/main">
            <a:off x="3400425" y="294322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Software / system</a:t>
            </a:r>
          </a:p>
        </p:txBody>
      </p:sp>
      <p:sp>
        <p:nvSpPr>
          <p:cNvPr id="13" name="">
            <a:extLst xmlns:a="http://schemas.openxmlformats.org/drawingml/2006/main">
              <a:ext uri="{FF2B5EF4-FFF2-40B4-BE49-F238E27FC236}">
                <a16:creationId xmlns:a16="http://schemas.microsoft.com/office/drawing/2014/main" id="{3EC23429-9313-476B-B105-AA8E7EF7EF15}"/>
              </a:ext>
            </a:extLst>
          </p:cNvPr>
          <p:cNvSpPr>
            <a:spLocks xmlns:a="http://schemas.openxmlformats.org/drawingml/2006/main" noGrp="1"/>
          </p:cNvSpPr>
          <p:nvPr/>
        </p:nvSpPr>
        <p:spPr>
          <a:xfrm xmlns:a="http://schemas.openxmlformats.org/drawingml/2006/main">
            <a:off x="819150" y="3714750"/>
            <a:ext cx="114300" cy="1143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59F22D6-4FB5-4F93-8AA7-97B8C9A452BF}"/>
              </a:ext>
            </a:extLst>
          </p:cNvPr>
          <p:cNvSpPr>
            <a:spLocks xmlns:a="http://schemas.openxmlformats.org/drawingml/2006/main" noGrp="1"/>
          </p:cNvSpPr>
          <p:nvPr/>
        </p:nvSpPr>
        <p:spPr>
          <a:xfrm xmlns:a="http://schemas.openxmlformats.org/drawingml/2006/main">
            <a:off x="1047750" y="360997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Account / access</a:t>
            </a:r>
          </a:p>
        </p:txBody>
      </p:sp>
      <p:sp>
        <p:nvSpPr>
          <p:cNvPr id="15" name="">
            <a:extLst xmlns:a="http://schemas.openxmlformats.org/drawingml/2006/main">
              <a:ext uri="{FF2B5EF4-FFF2-40B4-BE49-F238E27FC236}">
                <a16:creationId xmlns:a16="http://schemas.microsoft.com/office/drawing/2014/main" id="{7051A213-CBA4-4670-AE48-577E437CD5A5}"/>
              </a:ext>
            </a:extLst>
          </p:cNvPr>
          <p:cNvSpPr>
            <a:spLocks xmlns:a="http://schemas.openxmlformats.org/drawingml/2006/main" noGrp="1"/>
          </p:cNvSpPr>
          <p:nvPr/>
        </p:nvSpPr>
        <p:spPr>
          <a:xfrm xmlns:a="http://schemas.openxmlformats.org/drawingml/2006/main">
            <a:off x="3171825" y="3714750"/>
            <a:ext cx="114300" cy="1143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9918F23-80B8-4CA7-BE79-AF65370FAEB6}"/>
              </a:ext>
            </a:extLst>
          </p:cNvPr>
          <p:cNvSpPr>
            <a:spLocks xmlns:a="http://schemas.openxmlformats.org/drawingml/2006/main" noGrp="1"/>
          </p:cNvSpPr>
          <p:nvPr/>
        </p:nvSpPr>
        <p:spPr>
          <a:xfrm xmlns:a="http://schemas.openxmlformats.org/drawingml/2006/main">
            <a:off x="3400425" y="360997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Printer</a:t>
            </a:r>
          </a:p>
        </p:txBody>
      </p:sp>
      <p:sp>
        <p:nvSpPr>
          <p:cNvPr id="17" name="">
            <a:extLst xmlns:a="http://schemas.openxmlformats.org/drawingml/2006/main">
              <a:ext uri="{FF2B5EF4-FFF2-40B4-BE49-F238E27FC236}">
                <a16:creationId xmlns:a16="http://schemas.microsoft.com/office/drawing/2014/main" id="{48F9C8F2-EBD6-43B8-B546-DBBE26A56E8B}"/>
              </a:ext>
            </a:extLst>
          </p:cNvPr>
          <p:cNvSpPr>
            <a:spLocks xmlns:a="http://schemas.openxmlformats.org/drawingml/2006/main" noGrp="1"/>
          </p:cNvSpPr>
          <p:nvPr/>
        </p:nvSpPr>
        <p:spPr>
          <a:xfrm xmlns:a="http://schemas.openxmlformats.org/drawingml/2006/main">
            <a:off x="819150" y="4381500"/>
            <a:ext cx="114300" cy="1143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F0FC21-D05E-40C9-8A83-C9D962622F93}"/>
              </a:ext>
            </a:extLst>
          </p:cNvPr>
          <p:cNvSpPr>
            <a:spLocks xmlns:a="http://schemas.openxmlformats.org/drawingml/2006/main" noGrp="1"/>
          </p:cNvSpPr>
          <p:nvPr/>
        </p:nvSpPr>
        <p:spPr>
          <a:xfrm xmlns:a="http://schemas.openxmlformats.org/drawingml/2006/main">
            <a:off x="1047750" y="427672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Network / internet</a:t>
            </a:r>
          </a:p>
        </p:txBody>
      </p:sp>
      <p:sp>
        <p:nvSpPr>
          <p:cNvPr id="19" name="">
            <a:extLst xmlns:a="http://schemas.openxmlformats.org/drawingml/2006/main">
              <a:ext uri="{FF2B5EF4-FFF2-40B4-BE49-F238E27FC236}">
                <a16:creationId xmlns:a16="http://schemas.microsoft.com/office/drawing/2014/main" id="{EFB6FEB0-2EE8-431E-BB03-C9D6257F6313}"/>
              </a:ext>
            </a:extLst>
          </p:cNvPr>
          <p:cNvSpPr>
            <a:spLocks xmlns:a="http://schemas.openxmlformats.org/drawingml/2006/main" noGrp="1"/>
          </p:cNvSpPr>
          <p:nvPr/>
        </p:nvSpPr>
        <p:spPr>
          <a:xfrm xmlns:a="http://schemas.openxmlformats.org/drawingml/2006/main">
            <a:off x="3171825" y="4381500"/>
            <a:ext cx="114300" cy="1143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DDE08D5-2CFE-4E87-B60E-39954808AB16}"/>
              </a:ext>
            </a:extLst>
          </p:cNvPr>
          <p:cNvSpPr>
            <a:spLocks xmlns:a="http://schemas.openxmlformats.org/drawingml/2006/main" noGrp="1"/>
          </p:cNvSpPr>
          <p:nvPr/>
        </p:nvSpPr>
        <p:spPr>
          <a:xfrm xmlns:a="http://schemas.openxmlformats.org/drawingml/2006/main">
            <a:off x="3400425" y="427672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Biometric / server</a:t>
            </a:r>
          </a:p>
        </p:txBody>
      </p:sp>
      <p:sp>
        <p:nvSpPr>
          <p:cNvPr id="21" name="">
            <a:extLst xmlns:a="http://schemas.openxmlformats.org/drawingml/2006/main">
              <a:ext uri="{FF2B5EF4-FFF2-40B4-BE49-F238E27FC236}">
                <a16:creationId xmlns:a16="http://schemas.microsoft.com/office/drawing/2014/main" id="{F6A1E2E9-3530-4115-96AE-29F58A7C533F}"/>
              </a:ext>
            </a:extLst>
          </p:cNvPr>
          <p:cNvSpPr>
            <a:spLocks xmlns:a="http://schemas.openxmlformats.org/drawingml/2006/main" noGrp="1"/>
          </p:cNvSpPr>
          <p:nvPr/>
        </p:nvSpPr>
        <p:spPr>
          <a:xfrm xmlns:a="http://schemas.openxmlformats.org/drawingml/2006/main">
            <a:off x="6067425" y="1514475"/>
            <a:ext cx="19050" cy="40957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82D3E0-E1F7-4E9D-B389-66C6EB393C17}"/>
              </a:ext>
            </a:extLst>
          </p:cNvPr>
          <p:cNvSpPr>
            <a:spLocks xmlns:a="http://schemas.openxmlformats.org/drawingml/2006/main" noGrp="1"/>
          </p:cNvSpPr>
          <p:nvPr/>
        </p:nvSpPr>
        <p:spPr>
          <a:xfrm xmlns:a="http://schemas.openxmlformats.org/drawingml/2006/main">
            <a:off x="6572250" y="16287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E89A3C"/>
                </a:solidFill>
              </a:defRPr>
            </a:defPPr>
            <a:lvl1pPr algn="l">
              <a:defRPr sz="1350" b="1">
                <a:solidFill>
                  <a:srgbClr val="E89A3C"/>
                </a:solidFill>
              </a:defRPr>
            </a:lvl1pPr>
            <a:lvl2pPr algn="l">
              <a:defRPr sz="1350" b="1">
                <a:solidFill>
                  <a:srgbClr val="E89A3C"/>
                </a:solidFill>
              </a:defRPr>
            </a:lvl2pPr>
            <a:lvl3pPr algn="l">
              <a:defRPr sz="1350" b="1">
                <a:solidFill>
                  <a:srgbClr val="E89A3C"/>
                </a:solidFill>
              </a:defRPr>
            </a:lvl3pPr>
            <a:lvl4pPr algn="l">
              <a:defRPr sz="1350" b="1">
                <a:solidFill>
                  <a:srgbClr val="E89A3C"/>
                </a:solidFill>
              </a:defRPr>
            </a:lvl4pPr>
            <a:lvl5pPr algn="l">
              <a:defRPr sz="1350" b="1">
                <a:solidFill>
                  <a:srgbClr val="E89A3C"/>
                </a:solidFill>
              </a:defRPr>
            </a:lvl5pPr>
            <a:lvl6pPr algn="l">
              <a:defRPr sz="1350" b="1">
                <a:solidFill>
                  <a:srgbClr val="E89A3C"/>
                </a:solidFill>
              </a:defRPr>
            </a:lvl6pPr>
            <a:lvl7pPr algn="l">
              <a:defRPr sz="1350" b="1">
                <a:solidFill>
                  <a:srgbClr val="E89A3C"/>
                </a:solidFill>
              </a:defRPr>
            </a:lvl7pPr>
            <a:lvl8pPr algn="l">
              <a:defRPr sz="1350" b="1">
                <a:solidFill>
                  <a:srgbClr val="E89A3C"/>
                </a:solidFill>
              </a:defRPr>
            </a:lvl8pPr>
            <a:lvl9pPr algn="l">
              <a:defRPr sz="1350" b="1">
                <a:solidFill>
                  <a:srgbClr val="E89A3C"/>
                </a:solidFill>
              </a:defRPr>
            </a:lvl9pPr>
          </a:lstStyle>
          <a:p xmlns:a="http://schemas.openxmlformats.org/drawingml/2006/main">
            <a:pPr algn="l">
              <a:lnSpc>
                <a:spcPct val="108000"/>
              </a:lnSpc>
              <a:buNone/>
              <a:defRPr sz="1350" b="1">
                <a:solidFill>
                  <a:srgbClr val="E89A3C"/>
                </a:solidFill>
              </a:defRPr>
            </a:pPr>
            <a:r>
              <a:rPr sz="1350" b="1">
                <a:solidFill>
                  <a:srgbClr val="E89A3C"/>
                </a:solidFill>
              </a:rPr>
              <a:t>SPECIAL REQUEST</a:t>
            </a:r>
          </a:p>
        </p:txBody>
      </p:sp>
      <p:sp>
        <p:nvSpPr>
          <p:cNvPr id="23" name="">
            <a:extLst xmlns:a="http://schemas.openxmlformats.org/drawingml/2006/main">
              <a:ext uri="{FF2B5EF4-FFF2-40B4-BE49-F238E27FC236}">
                <a16:creationId xmlns:a16="http://schemas.microsoft.com/office/drawing/2014/main" id="{466DB62F-BDA5-43E8-ACAE-62DBBEC7E48B}"/>
              </a:ext>
            </a:extLst>
          </p:cNvPr>
          <p:cNvSpPr>
            <a:spLocks xmlns:a="http://schemas.openxmlformats.org/drawingml/2006/main" noGrp="1"/>
          </p:cNvSpPr>
          <p:nvPr/>
        </p:nvSpPr>
        <p:spPr>
          <a:xfrm xmlns:a="http://schemas.openxmlformats.org/drawingml/2006/main">
            <a:off x="6572250" y="200977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defRPr>
            </a:defPPr>
            <a:lvl1pPr algn="l">
              <a:defRPr sz="2175" b="1">
                <a:solidFill>
                  <a:srgbClr val="102A43"/>
                </a:solidFill>
              </a:defRPr>
            </a:lvl1pPr>
            <a:lvl2pPr algn="l">
              <a:defRPr sz="2175" b="1">
                <a:solidFill>
                  <a:srgbClr val="102A43"/>
                </a:solidFill>
              </a:defRPr>
            </a:lvl2pPr>
            <a:lvl3pPr algn="l">
              <a:defRPr sz="2175" b="1">
                <a:solidFill>
                  <a:srgbClr val="102A43"/>
                </a:solidFill>
              </a:defRPr>
            </a:lvl3pPr>
            <a:lvl4pPr algn="l">
              <a:defRPr sz="2175" b="1">
                <a:solidFill>
                  <a:srgbClr val="102A43"/>
                </a:solidFill>
              </a:defRPr>
            </a:lvl4pPr>
            <a:lvl5pPr algn="l">
              <a:defRPr sz="2175" b="1">
                <a:solidFill>
                  <a:srgbClr val="102A43"/>
                </a:solidFill>
              </a:defRPr>
            </a:lvl5pPr>
            <a:lvl6pPr algn="l">
              <a:defRPr sz="2175" b="1">
                <a:solidFill>
                  <a:srgbClr val="102A43"/>
                </a:solidFill>
              </a:defRPr>
            </a:lvl6pPr>
            <a:lvl7pPr algn="l">
              <a:defRPr sz="2175" b="1">
                <a:solidFill>
                  <a:srgbClr val="102A43"/>
                </a:solidFill>
              </a:defRPr>
            </a:lvl7pPr>
            <a:lvl8pPr algn="l">
              <a:defRPr sz="2175" b="1">
                <a:solidFill>
                  <a:srgbClr val="102A43"/>
                </a:solidFill>
              </a:defRPr>
            </a:lvl8pPr>
            <a:lvl9pPr algn="l">
              <a:defRPr sz="2175" b="1">
                <a:solidFill>
                  <a:srgbClr val="102A43"/>
                </a:solidFill>
              </a:defRPr>
            </a:lvl9pPr>
          </a:lstStyle>
          <a:p xmlns:a="http://schemas.openxmlformats.org/drawingml/2006/main">
            <a:pPr algn="l">
              <a:lnSpc>
                <a:spcPct val="108000"/>
              </a:lnSpc>
              <a:buNone/>
              <a:defRPr sz="2175" b="1">
                <a:solidFill>
                  <a:srgbClr val="102A43"/>
                </a:solidFill>
              </a:defRPr>
            </a:pPr>
            <a:r>
              <a:rPr sz="2175" b="1">
                <a:solidFill>
                  <a:srgbClr val="102A43"/>
                </a:solidFill>
              </a:rPr>
              <a:t>Admin department only</a:t>
            </a:r>
          </a:p>
        </p:txBody>
      </p:sp>
      <p:sp>
        <p:nvSpPr>
          <p:cNvPr id="24" name="">
            <a:extLst xmlns:a="http://schemas.openxmlformats.org/drawingml/2006/main">
              <a:ext uri="{FF2B5EF4-FFF2-40B4-BE49-F238E27FC236}">
                <a16:creationId xmlns:a16="http://schemas.microsoft.com/office/drawing/2014/main" id="{26C853FB-9761-4E4D-A5E4-9EC0C118F2DE}"/>
              </a:ext>
            </a:extLst>
          </p:cNvPr>
          <p:cNvSpPr>
            <a:spLocks xmlns:a="http://schemas.openxmlformats.org/drawingml/2006/main" noGrp="1"/>
          </p:cNvSpPr>
          <p:nvPr/>
        </p:nvSpPr>
        <p:spPr>
          <a:xfrm xmlns:a="http://schemas.openxmlformats.org/drawingml/2006/main">
            <a:off x="6572250" y="2562225"/>
            <a:ext cx="45339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0">
                <a:solidFill>
                  <a:srgbClr val="526777"/>
                </a:solidFill>
              </a:defRPr>
            </a:defPPr>
            <a:lvl1pPr algn="l">
              <a:defRPr sz="1725" b="0">
                <a:solidFill>
                  <a:srgbClr val="526777"/>
                </a:solidFill>
              </a:defRPr>
            </a:lvl1pPr>
            <a:lvl2pPr algn="l">
              <a:defRPr sz="1725" b="0">
                <a:solidFill>
                  <a:srgbClr val="526777"/>
                </a:solidFill>
              </a:defRPr>
            </a:lvl2pPr>
            <a:lvl3pPr algn="l">
              <a:defRPr sz="1725" b="0">
                <a:solidFill>
                  <a:srgbClr val="526777"/>
                </a:solidFill>
              </a:defRPr>
            </a:lvl3pPr>
            <a:lvl4pPr algn="l">
              <a:defRPr sz="1725" b="0">
                <a:solidFill>
                  <a:srgbClr val="526777"/>
                </a:solidFill>
              </a:defRPr>
            </a:lvl4pPr>
            <a:lvl5pPr algn="l">
              <a:defRPr sz="1725" b="0">
                <a:solidFill>
                  <a:srgbClr val="526777"/>
                </a:solidFill>
              </a:defRPr>
            </a:lvl5pPr>
            <a:lvl6pPr algn="l">
              <a:defRPr sz="1725" b="0">
                <a:solidFill>
                  <a:srgbClr val="526777"/>
                </a:solidFill>
              </a:defRPr>
            </a:lvl6pPr>
            <a:lvl7pPr algn="l">
              <a:defRPr sz="1725" b="0">
                <a:solidFill>
                  <a:srgbClr val="526777"/>
                </a:solidFill>
              </a:defRPr>
            </a:lvl7pPr>
            <a:lvl8pPr algn="l">
              <a:defRPr sz="1725" b="0">
                <a:solidFill>
                  <a:srgbClr val="526777"/>
                </a:solidFill>
              </a:defRPr>
            </a:lvl8pPr>
            <a:lvl9pPr algn="l">
              <a:defRPr sz="1725" b="0">
                <a:solidFill>
                  <a:srgbClr val="526777"/>
                </a:solidFill>
              </a:defRPr>
            </a:lvl9pPr>
          </a:lstStyle>
          <a:p xmlns:a="http://schemas.openxmlformats.org/drawingml/2006/main">
            <a:pPr algn="l">
              <a:lnSpc>
                <a:spcPct val="108000"/>
              </a:lnSpc>
              <a:buNone/>
              <a:defRPr sz="1725" b="0">
                <a:solidFill>
                  <a:srgbClr val="526777"/>
                </a:solidFill>
              </a:defRPr>
            </a:pPr>
            <a:r>
              <a:rPr sz="1725" b="0">
                <a:solidFill>
                  <a:srgbClr val="526777"/>
                </a:solidFill>
              </a:rPr>
              <a:t>The separate Burnout Request tab is used for a unit Burnout request. It collects the unit and custodian details needed for the request.</a:t>
            </a:r>
          </a:p>
        </p:txBody>
      </p:sp>
      <p:sp>
        <p:nvSpPr>
          <p:cNvPr id="25" name="">
            <a:extLst xmlns:a="http://schemas.openxmlformats.org/drawingml/2006/main">
              <a:ext uri="{FF2B5EF4-FFF2-40B4-BE49-F238E27FC236}">
                <a16:creationId xmlns:a16="http://schemas.microsoft.com/office/drawing/2014/main" id="{CEB23747-46A7-4985-B64B-00E04D75E7C3}"/>
              </a:ext>
            </a:extLst>
          </p:cNvPr>
          <p:cNvSpPr>
            <a:spLocks xmlns:a="http://schemas.openxmlformats.org/drawingml/2006/main" noGrp="1"/>
          </p:cNvSpPr>
          <p:nvPr/>
        </p:nvSpPr>
        <p:spPr>
          <a:xfrm xmlns:a="http://schemas.openxmlformats.org/drawingml/2006/main">
            <a:off x="6572250" y="4286250"/>
            <a:ext cx="4152900" cy="60960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73B6EC-AB81-475B-8B13-23F4BA8D7779}"/>
              </a:ext>
            </a:extLst>
          </p:cNvPr>
          <p:cNvSpPr>
            <a:spLocks xmlns:a="http://schemas.openxmlformats.org/drawingml/2006/main" noGrp="1"/>
          </p:cNvSpPr>
          <p:nvPr/>
        </p:nvSpPr>
        <p:spPr>
          <a:xfrm xmlns:a="http://schemas.openxmlformats.org/drawingml/2006/main">
            <a:off x="6800850" y="4362450"/>
            <a:ext cx="3743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53E5C"/>
                </a:solidFill>
              </a:defRPr>
            </a:defPPr>
            <a:lvl1pPr algn="ctr">
              <a:defRPr sz="1425" b="1">
                <a:solidFill>
                  <a:srgbClr val="153E5C"/>
                </a:solidFill>
              </a:defRPr>
            </a:lvl1pPr>
            <a:lvl2pPr algn="ctr">
              <a:defRPr sz="1425" b="1">
                <a:solidFill>
                  <a:srgbClr val="153E5C"/>
                </a:solidFill>
              </a:defRPr>
            </a:lvl2pPr>
            <a:lvl3pPr algn="ctr">
              <a:defRPr sz="1425" b="1">
                <a:solidFill>
                  <a:srgbClr val="153E5C"/>
                </a:solidFill>
              </a:defRPr>
            </a:lvl3pPr>
            <a:lvl4pPr algn="ctr">
              <a:defRPr sz="1425" b="1">
                <a:solidFill>
                  <a:srgbClr val="153E5C"/>
                </a:solidFill>
              </a:defRPr>
            </a:lvl4pPr>
            <a:lvl5pPr algn="ctr">
              <a:defRPr sz="1425" b="1">
                <a:solidFill>
                  <a:srgbClr val="153E5C"/>
                </a:solidFill>
              </a:defRPr>
            </a:lvl5pPr>
            <a:lvl6pPr algn="ctr">
              <a:defRPr sz="1425" b="1">
                <a:solidFill>
                  <a:srgbClr val="153E5C"/>
                </a:solidFill>
              </a:defRPr>
            </a:lvl6pPr>
            <a:lvl7pPr algn="ctr">
              <a:defRPr sz="1425" b="1">
                <a:solidFill>
                  <a:srgbClr val="153E5C"/>
                </a:solidFill>
              </a:defRPr>
            </a:lvl7pPr>
            <a:lvl8pPr algn="ctr">
              <a:defRPr sz="1425" b="1">
                <a:solidFill>
                  <a:srgbClr val="153E5C"/>
                </a:solidFill>
              </a:defRPr>
            </a:lvl8pPr>
            <a:lvl9pPr algn="ctr">
              <a:defRPr sz="1425" b="1">
                <a:solidFill>
                  <a:srgbClr val="153E5C"/>
                </a:solidFill>
              </a:defRPr>
            </a:lvl9pPr>
          </a:lstStyle>
          <a:p xmlns:a="http://schemas.openxmlformats.org/drawingml/2006/main">
            <a:pPr algn="ctr">
              <a:lnSpc>
                <a:spcPct val="108000"/>
              </a:lnSpc>
              <a:buNone/>
              <a:defRPr sz="1425" b="1">
                <a:solidFill>
                  <a:srgbClr val="153E5C"/>
                </a:solidFill>
              </a:defRPr>
            </a:pPr>
            <a:r>
              <a:rPr sz="1425" b="1">
                <a:solidFill>
                  <a:srgbClr val="153E5C"/>
                </a:solidFill>
              </a:rPr>
              <a:t>The standard ticket and Burnout form have different fields.</a:t>
            </a:r>
          </a:p>
        </p:txBody>
      </p:sp>
    </p:spTree>
    <p:extLst>
      <p:ext uri="{BB962C8B-B14F-4D97-AF65-F5344CB8AC3E}">
        <p14:creationId xmlns:p14="http://schemas.microsoft.com/office/powerpoint/2010/main" val="1967301893"/>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288E75F-E26C-481F-BAA2-261AB3FE87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90EFC4-794E-4B1B-A9EA-5B1814251257}"/>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Standard ticket form: request details</a:t>
            </a:r>
          </a:p>
        </p:txBody>
      </p:sp>
      <p:sp>
        <p:nvSpPr>
          <p:cNvPr id="3" name="">
            <a:extLst xmlns:a="http://schemas.openxmlformats.org/drawingml/2006/main">
              <a:ext uri="{FF2B5EF4-FFF2-40B4-BE49-F238E27FC236}">
                <a16:creationId xmlns:a16="http://schemas.microsoft.com/office/drawing/2014/main" id="{7AA8568A-5DE4-477C-B444-FA05514C45BE}"/>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Choose the issue classification in order; later choices depend on earlier ones.</a:t>
            </a:r>
          </a:p>
        </p:txBody>
      </p:sp>
      <p:sp>
        <p:nvSpPr>
          <p:cNvPr id="4" name="">
            <a:extLst xmlns:a="http://schemas.openxmlformats.org/drawingml/2006/main">
              <a:ext uri="{FF2B5EF4-FFF2-40B4-BE49-F238E27FC236}">
                <a16:creationId xmlns:a16="http://schemas.microsoft.com/office/drawing/2014/main" id="{781C7F37-87C4-49BF-BCDA-BEAC52669BE0}"/>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017F73-AF6F-4119-BC84-7D3EA2203EF8}"/>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C3C20C1C-6C15-4582-ACB6-0031C5DF0657}"/>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04</a:t>
            </a:r>
          </a:p>
        </p:txBody>
      </p:sp>
      <p:sp>
        <p:nvSpPr>
          <p:cNvPr id="7" name="">
            <a:extLst xmlns:a="http://schemas.openxmlformats.org/drawingml/2006/main">
              <a:ext uri="{FF2B5EF4-FFF2-40B4-BE49-F238E27FC236}">
                <a16:creationId xmlns:a16="http://schemas.microsoft.com/office/drawing/2014/main" id="{93EAE080-0339-4A96-AE28-06C713CC1BD7}"/>
              </a:ext>
            </a:extLst>
          </p:cNvPr>
          <p:cNvSpPr>
            <a:spLocks xmlns:a="http://schemas.openxmlformats.org/drawingml/2006/main" noGrp="1"/>
          </p:cNvSpPr>
          <p:nvPr/>
        </p:nvSpPr>
        <p:spPr>
          <a:xfrm xmlns:a="http://schemas.openxmlformats.org/drawingml/2006/main">
            <a:off x="781050" y="1933575"/>
            <a:ext cx="419100" cy="4191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0138AC-021D-4DDC-ABCE-337C8C359BF4}"/>
              </a:ext>
            </a:extLst>
          </p:cNvPr>
          <p:cNvSpPr>
            <a:spLocks xmlns:a="http://schemas.openxmlformats.org/drawingml/2006/main" noGrp="1"/>
          </p:cNvSpPr>
          <p:nvPr/>
        </p:nvSpPr>
        <p:spPr>
          <a:xfrm xmlns:a="http://schemas.openxmlformats.org/drawingml/2006/main">
            <a:off x="800100" y="1952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1</a:t>
            </a:r>
          </a:p>
        </p:txBody>
      </p:sp>
      <p:sp>
        <p:nvSpPr>
          <p:cNvPr id="9" name="">
            <a:extLst xmlns:a="http://schemas.openxmlformats.org/drawingml/2006/main">
              <a:ext uri="{FF2B5EF4-FFF2-40B4-BE49-F238E27FC236}">
                <a16:creationId xmlns:a16="http://schemas.microsoft.com/office/drawing/2014/main" id="{58048850-7D53-43E6-A12F-F755981050AC}"/>
              </a:ext>
            </a:extLst>
          </p:cNvPr>
          <p:cNvSpPr>
            <a:spLocks xmlns:a="http://schemas.openxmlformats.org/drawingml/2006/main" noGrp="1"/>
          </p:cNvSpPr>
          <p:nvPr/>
        </p:nvSpPr>
        <p:spPr>
          <a:xfrm xmlns:a="http://schemas.openxmlformats.org/drawingml/2006/main">
            <a:off x="1333500" y="193357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Branch /</a:t>
            </a:r>
          </a:p>
          <a:p xmlns:a="http://schemas.openxmlformats.org/drawingml/2006/main">
            <a:pPr algn="l">
              <a:lnSpc>
                <a:spcPct val="108000"/>
              </a:lnSpc>
              <a:buNone/>
              <a:defRPr sz="1875" b="1">
                <a:solidFill>
                  <a:srgbClr val="153E5C"/>
                </a:solidFill>
              </a:defRPr>
            </a:pPr>
            <a:r>
              <a:rPr sz="1875" b="1">
                <a:solidFill>
                  <a:srgbClr val="153E5C"/>
                </a:solidFill>
              </a:rPr>
              <a:t>Location</a:t>
            </a:r>
          </a:p>
        </p:txBody>
      </p:sp>
      <p:sp>
        <p:nvSpPr>
          <p:cNvPr id="10" name="">
            <a:extLst xmlns:a="http://schemas.openxmlformats.org/drawingml/2006/main">
              <a:ext uri="{FF2B5EF4-FFF2-40B4-BE49-F238E27FC236}">
                <a16:creationId xmlns:a16="http://schemas.microsoft.com/office/drawing/2014/main" id="{7F2BFAB3-B0D1-497E-8A9C-EC1889A8137B}"/>
              </a:ext>
            </a:extLst>
          </p:cNvPr>
          <p:cNvSpPr>
            <a:spLocks xmlns:a="http://schemas.openxmlformats.org/drawingml/2006/main" noGrp="1"/>
          </p:cNvSpPr>
          <p:nvPr/>
        </p:nvSpPr>
        <p:spPr>
          <a:xfrm xmlns:a="http://schemas.openxmlformats.org/drawingml/2006/main">
            <a:off x="3086100" y="2114550"/>
            <a:ext cx="304800" cy="381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D2AB16-9B76-469E-A61A-6394A24FAD97}"/>
              </a:ext>
            </a:extLst>
          </p:cNvPr>
          <p:cNvSpPr>
            <a:spLocks xmlns:a="http://schemas.openxmlformats.org/drawingml/2006/main" noGrp="1"/>
          </p:cNvSpPr>
          <p:nvPr/>
        </p:nvSpPr>
        <p:spPr>
          <a:xfrm xmlns:a="http://schemas.openxmlformats.org/drawingml/2006/main">
            <a:off x="3476625" y="1933575"/>
            <a:ext cx="419100" cy="4191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FE5EB8-7FF7-401D-B913-19B820992680}"/>
              </a:ext>
            </a:extLst>
          </p:cNvPr>
          <p:cNvSpPr>
            <a:spLocks xmlns:a="http://schemas.openxmlformats.org/drawingml/2006/main" noGrp="1"/>
          </p:cNvSpPr>
          <p:nvPr/>
        </p:nvSpPr>
        <p:spPr>
          <a:xfrm xmlns:a="http://schemas.openxmlformats.org/drawingml/2006/main">
            <a:off x="3495675" y="1952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2</a:t>
            </a:r>
          </a:p>
        </p:txBody>
      </p:sp>
      <p:sp>
        <p:nvSpPr>
          <p:cNvPr id="13" name="">
            <a:extLst xmlns:a="http://schemas.openxmlformats.org/drawingml/2006/main">
              <a:ext uri="{FF2B5EF4-FFF2-40B4-BE49-F238E27FC236}">
                <a16:creationId xmlns:a16="http://schemas.microsoft.com/office/drawing/2014/main" id="{B9A23A8A-BCA7-4DB9-A20B-107926FAA8BC}"/>
              </a:ext>
            </a:extLst>
          </p:cNvPr>
          <p:cNvSpPr>
            <a:spLocks xmlns:a="http://schemas.openxmlformats.org/drawingml/2006/main" noGrp="1"/>
          </p:cNvSpPr>
          <p:nvPr/>
        </p:nvSpPr>
        <p:spPr>
          <a:xfrm xmlns:a="http://schemas.openxmlformats.org/drawingml/2006/main">
            <a:off x="4029075" y="193357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Department</a:t>
            </a:r>
          </a:p>
        </p:txBody>
      </p:sp>
      <p:sp>
        <p:nvSpPr>
          <p:cNvPr id="14" name="">
            <a:extLst xmlns:a="http://schemas.openxmlformats.org/drawingml/2006/main">
              <a:ext uri="{FF2B5EF4-FFF2-40B4-BE49-F238E27FC236}">
                <a16:creationId xmlns:a16="http://schemas.microsoft.com/office/drawing/2014/main" id="{A6BC7E7B-EA98-43B0-9BFE-28F146B88F25}"/>
              </a:ext>
            </a:extLst>
          </p:cNvPr>
          <p:cNvSpPr>
            <a:spLocks xmlns:a="http://schemas.openxmlformats.org/drawingml/2006/main" noGrp="1"/>
          </p:cNvSpPr>
          <p:nvPr/>
        </p:nvSpPr>
        <p:spPr>
          <a:xfrm xmlns:a="http://schemas.openxmlformats.org/drawingml/2006/main">
            <a:off x="5781675" y="2114550"/>
            <a:ext cx="304800" cy="381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6475C3-BE34-4CC2-AE87-2A44F3FEAA30}"/>
              </a:ext>
            </a:extLst>
          </p:cNvPr>
          <p:cNvSpPr>
            <a:spLocks xmlns:a="http://schemas.openxmlformats.org/drawingml/2006/main" noGrp="1"/>
          </p:cNvSpPr>
          <p:nvPr/>
        </p:nvSpPr>
        <p:spPr>
          <a:xfrm xmlns:a="http://schemas.openxmlformats.org/drawingml/2006/main">
            <a:off x="6172200" y="1933575"/>
            <a:ext cx="419100" cy="4191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A1694EE-4357-40B5-B542-839B16F223D4}"/>
              </a:ext>
            </a:extLst>
          </p:cNvPr>
          <p:cNvSpPr>
            <a:spLocks xmlns:a="http://schemas.openxmlformats.org/drawingml/2006/main" noGrp="1"/>
          </p:cNvSpPr>
          <p:nvPr/>
        </p:nvSpPr>
        <p:spPr>
          <a:xfrm xmlns:a="http://schemas.openxmlformats.org/drawingml/2006/main">
            <a:off x="6191250" y="1952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3</a:t>
            </a:r>
          </a:p>
        </p:txBody>
      </p:sp>
      <p:sp>
        <p:nvSpPr>
          <p:cNvPr id="17" name="">
            <a:extLst xmlns:a="http://schemas.openxmlformats.org/drawingml/2006/main">
              <a:ext uri="{FF2B5EF4-FFF2-40B4-BE49-F238E27FC236}">
                <a16:creationId xmlns:a16="http://schemas.microsoft.com/office/drawing/2014/main" id="{1F59A7E1-943A-495A-A81D-E8C823EE5663}"/>
              </a:ext>
            </a:extLst>
          </p:cNvPr>
          <p:cNvSpPr>
            <a:spLocks xmlns:a="http://schemas.openxmlformats.org/drawingml/2006/main" noGrp="1"/>
          </p:cNvSpPr>
          <p:nvPr/>
        </p:nvSpPr>
        <p:spPr>
          <a:xfrm xmlns:a="http://schemas.openxmlformats.org/drawingml/2006/main">
            <a:off x="6724650" y="193357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Device or</a:t>
            </a:r>
          </a:p>
          <a:p xmlns:a="http://schemas.openxmlformats.org/drawingml/2006/main">
            <a:pPr algn="l">
              <a:lnSpc>
                <a:spcPct val="108000"/>
              </a:lnSpc>
              <a:buNone/>
              <a:defRPr sz="1875" b="1">
                <a:solidFill>
                  <a:srgbClr val="153E5C"/>
                </a:solidFill>
              </a:defRPr>
            </a:pPr>
            <a:r>
              <a:rPr sz="1875" b="1">
                <a:solidFill>
                  <a:srgbClr val="153E5C"/>
                </a:solidFill>
              </a:rPr>
              <a:t>System</a:t>
            </a:r>
          </a:p>
        </p:txBody>
      </p:sp>
      <p:sp>
        <p:nvSpPr>
          <p:cNvPr id="18" name="">
            <a:extLst xmlns:a="http://schemas.openxmlformats.org/drawingml/2006/main">
              <a:ext uri="{FF2B5EF4-FFF2-40B4-BE49-F238E27FC236}">
                <a16:creationId xmlns:a16="http://schemas.microsoft.com/office/drawing/2014/main" id="{0B79B76D-9192-4A40-8909-7BAE9D5346D4}"/>
              </a:ext>
            </a:extLst>
          </p:cNvPr>
          <p:cNvSpPr>
            <a:spLocks xmlns:a="http://schemas.openxmlformats.org/drawingml/2006/main" noGrp="1"/>
          </p:cNvSpPr>
          <p:nvPr/>
        </p:nvSpPr>
        <p:spPr>
          <a:xfrm xmlns:a="http://schemas.openxmlformats.org/drawingml/2006/main">
            <a:off x="8477250" y="2114550"/>
            <a:ext cx="304800" cy="381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AC30EB3-F4B1-4A09-9969-7D33ED8BD7BD}"/>
              </a:ext>
            </a:extLst>
          </p:cNvPr>
          <p:cNvSpPr>
            <a:spLocks xmlns:a="http://schemas.openxmlformats.org/drawingml/2006/main" noGrp="1"/>
          </p:cNvSpPr>
          <p:nvPr/>
        </p:nvSpPr>
        <p:spPr>
          <a:xfrm xmlns:a="http://schemas.openxmlformats.org/drawingml/2006/main">
            <a:off x="8867775" y="1933575"/>
            <a:ext cx="419100" cy="41910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1AE69C-682E-4708-8589-8ECBD1D2F13A}"/>
              </a:ext>
            </a:extLst>
          </p:cNvPr>
          <p:cNvSpPr>
            <a:spLocks xmlns:a="http://schemas.openxmlformats.org/drawingml/2006/main" noGrp="1"/>
          </p:cNvSpPr>
          <p:nvPr/>
        </p:nvSpPr>
        <p:spPr>
          <a:xfrm xmlns:a="http://schemas.openxmlformats.org/drawingml/2006/main">
            <a:off x="8886825" y="1952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4</a:t>
            </a:r>
          </a:p>
        </p:txBody>
      </p:sp>
      <p:sp>
        <p:nvSpPr>
          <p:cNvPr id="21" name="">
            <a:extLst xmlns:a="http://schemas.openxmlformats.org/drawingml/2006/main">
              <a:ext uri="{FF2B5EF4-FFF2-40B4-BE49-F238E27FC236}">
                <a16:creationId xmlns:a16="http://schemas.microsoft.com/office/drawing/2014/main" id="{B4E774BE-EE61-40BD-9696-25FC5FAA8152}"/>
              </a:ext>
            </a:extLst>
          </p:cNvPr>
          <p:cNvSpPr>
            <a:spLocks xmlns:a="http://schemas.openxmlformats.org/drawingml/2006/main" noGrp="1"/>
          </p:cNvSpPr>
          <p:nvPr/>
        </p:nvSpPr>
        <p:spPr>
          <a:xfrm xmlns:a="http://schemas.openxmlformats.org/drawingml/2006/main">
            <a:off x="9420225" y="193357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Contact</a:t>
            </a:r>
          </a:p>
          <a:p xmlns:a="http://schemas.openxmlformats.org/drawingml/2006/main">
            <a:pPr algn="l">
              <a:lnSpc>
                <a:spcPct val="108000"/>
              </a:lnSpc>
              <a:buNone/>
              <a:defRPr sz="1875" b="1">
                <a:solidFill>
                  <a:srgbClr val="153E5C"/>
                </a:solidFill>
              </a:defRPr>
            </a:pPr>
            <a:r>
              <a:rPr sz="1875" b="1">
                <a:solidFill>
                  <a:srgbClr val="153E5C"/>
                </a:solidFill>
              </a:rPr>
              <a:t>Number / Local</a:t>
            </a:r>
          </a:p>
        </p:txBody>
      </p:sp>
      <p:sp>
        <p:nvSpPr>
          <p:cNvPr id="22" name="">
            <a:extLst xmlns:a="http://schemas.openxmlformats.org/drawingml/2006/main">
              <a:ext uri="{FF2B5EF4-FFF2-40B4-BE49-F238E27FC236}">
                <a16:creationId xmlns:a16="http://schemas.microsoft.com/office/drawing/2014/main" id="{62BFFB6D-856E-430C-B739-9E79C0903DD8}"/>
              </a:ext>
            </a:extLst>
          </p:cNvPr>
          <p:cNvSpPr>
            <a:spLocks xmlns:a="http://schemas.openxmlformats.org/drawingml/2006/main" noGrp="1"/>
          </p:cNvSpPr>
          <p:nvPr/>
        </p:nvSpPr>
        <p:spPr>
          <a:xfrm xmlns:a="http://schemas.openxmlformats.org/drawingml/2006/main">
            <a:off x="952500" y="3124200"/>
            <a:ext cx="981075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704E4C4-DACB-4D56-85A9-88CB4E4B3A6B}"/>
              </a:ext>
            </a:extLst>
          </p:cNvPr>
          <p:cNvSpPr>
            <a:spLocks xmlns:a="http://schemas.openxmlformats.org/drawingml/2006/main" noGrp="1"/>
          </p:cNvSpPr>
          <p:nvPr/>
        </p:nvSpPr>
        <p:spPr>
          <a:xfrm xmlns:a="http://schemas.openxmlformats.org/drawingml/2006/main">
            <a:off x="1009650" y="349567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483FD82-6542-4ABB-A612-E69214A6070D}"/>
              </a:ext>
            </a:extLst>
          </p:cNvPr>
          <p:cNvSpPr>
            <a:spLocks xmlns:a="http://schemas.openxmlformats.org/drawingml/2006/main" noGrp="1"/>
          </p:cNvSpPr>
          <p:nvPr/>
        </p:nvSpPr>
        <p:spPr>
          <a:xfrm xmlns:a="http://schemas.openxmlformats.org/drawingml/2006/main">
            <a:off x="1019175" y="35052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5</a:t>
            </a:r>
          </a:p>
        </p:txBody>
      </p:sp>
      <p:sp>
        <p:nvSpPr>
          <p:cNvPr id="25" name="">
            <a:extLst xmlns:a="http://schemas.openxmlformats.org/drawingml/2006/main">
              <a:ext uri="{FF2B5EF4-FFF2-40B4-BE49-F238E27FC236}">
                <a16:creationId xmlns:a16="http://schemas.microsoft.com/office/drawing/2014/main" id="{52A89084-703E-40C2-8CAB-4AE963140094}"/>
              </a:ext>
            </a:extLst>
          </p:cNvPr>
          <p:cNvSpPr>
            <a:spLocks xmlns:a="http://schemas.openxmlformats.org/drawingml/2006/main" noGrp="1"/>
          </p:cNvSpPr>
          <p:nvPr/>
        </p:nvSpPr>
        <p:spPr>
          <a:xfrm xmlns:a="http://schemas.openxmlformats.org/drawingml/2006/main">
            <a:off x="1571625" y="3457575"/>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Support Category</a:t>
            </a:r>
          </a:p>
        </p:txBody>
      </p:sp>
      <p:sp>
        <p:nvSpPr>
          <p:cNvPr id="26" name="">
            <a:extLst xmlns:a="http://schemas.openxmlformats.org/drawingml/2006/main">
              <a:ext uri="{FF2B5EF4-FFF2-40B4-BE49-F238E27FC236}">
                <a16:creationId xmlns:a16="http://schemas.microsoft.com/office/drawing/2014/main" id="{51007399-10BE-4617-A19C-95420E13C622}"/>
              </a:ext>
            </a:extLst>
          </p:cNvPr>
          <p:cNvSpPr>
            <a:spLocks xmlns:a="http://schemas.openxmlformats.org/drawingml/2006/main" noGrp="1"/>
          </p:cNvSpPr>
          <p:nvPr/>
        </p:nvSpPr>
        <p:spPr>
          <a:xfrm xmlns:a="http://schemas.openxmlformats.org/drawingml/2006/main">
            <a:off x="1571625" y="3810000"/>
            <a:ext cx="4143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Shown options relate to the selected device or system.</a:t>
            </a:r>
          </a:p>
        </p:txBody>
      </p:sp>
      <p:sp>
        <p:nvSpPr>
          <p:cNvPr id="27" name="">
            <a:extLst xmlns:a="http://schemas.openxmlformats.org/drawingml/2006/main">
              <a:ext uri="{FF2B5EF4-FFF2-40B4-BE49-F238E27FC236}">
                <a16:creationId xmlns:a16="http://schemas.microsoft.com/office/drawing/2014/main" id="{7231D3AB-721D-489F-BBF3-231E61D2D88D}"/>
              </a:ext>
            </a:extLst>
          </p:cNvPr>
          <p:cNvSpPr>
            <a:spLocks xmlns:a="http://schemas.openxmlformats.org/drawingml/2006/main" noGrp="1"/>
          </p:cNvSpPr>
          <p:nvPr/>
        </p:nvSpPr>
        <p:spPr>
          <a:xfrm xmlns:a="http://schemas.openxmlformats.org/drawingml/2006/main">
            <a:off x="6276975" y="3495675"/>
            <a:ext cx="400050" cy="4000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08736B1-1254-4D95-B086-5FB4A9663976}"/>
              </a:ext>
            </a:extLst>
          </p:cNvPr>
          <p:cNvSpPr>
            <a:spLocks xmlns:a="http://schemas.openxmlformats.org/drawingml/2006/main" noGrp="1"/>
          </p:cNvSpPr>
          <p:nvPr/>
        </p:nvSpPr>
        <p:spPr>
          <a:xfrm xmlns:a="http://schemas.openxmlformats.org/drawingml/2006/main">
            <a:off x="6286500" y="35052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6</a:t>
            </a:r>
          </a:p>
        </p:txBody>
      </p:sp>
      <p:sp>
        <p:nvSpPr>
          <p:cNvPr id="29" name="">
            <a:extLst xmlns:a="http://schemas.openxmlformats.org/drawingml/2006/main">
              <a:ext uri="{FF2B5EF4-FFF2-40B4-BE49-F238E27FC236}">
                <a16:creationId xmlns:a16="http://schemas.microsoft.com/office/drawing/2014/main" id="{993B8A75-834C-4779-A000-0B78155BD87D}"/>
              </a:ext>
            </a:extLst>
          </p:cNvPr>
          <p:cNvSpPr>
            <a:spLocks xmlns:a="http://schemas.openxmlformats.org/drawingml/2006/main" noGrp="1"/>
          </p:cNvSpPr>
          <p:nvPr/>
        </p:nvSpPr>
        <p:spPr>
          <a:xfrm xmlns:a="http://schemas.openxmlformats.org/drawingml/2006/main">
            <a:off x="6838950" y="3457575"/>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Concern Type</a:t>
            </a:r>
          </a:p>
        </p:txBody>
      </p:sp>
      <p:sp>
        <p:nvSpPr>
          <p:cNvPr id="30" name="">
            <a:extLst xmlns:a="http://schemas.openxmlformats.org/drawingml/2006/main">
              <a:ext uri="{FF2B5EF4-FFF2-40B4-BE49-F238E27FC236}">
                <a16:creationId xmlns:a16="http://schemas.microsoft.com/office/drawing/2014/main" id="{FBDD10E9-1DD3-40CF-BD7C-C9FFFD48DF6C}"/>
              </a:ext>
            </a:extLst>
          </p:cNvPr>
          <p:cNvSpPr>
            <a:spLocks xmlns:a="http://schemas.openxmlformats.org/drawingml/2006/main" noGrp="1"/>
          </p:cNvSpPr>
          <p:nvPr/>
        </p:nvSpPr>
        <p:spPr>
          <a:xfrm xmlns:a="http://schemas.openxmlformats.org/drawingml/2006/main">
            <a:off x="6838950" y="3810000"/>
            <a:ext cx="4143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Shown options relate to the selected support category.</a:t>
            </a:r>
          </a:p>
        </p:txBody>
      </p:sp>
      <p:sp>
        <p:nvSpPr>
          <p:cNvPr id="31" name="">
            <a:extLst xmlns:a="http://schemas.openxmlformats.org/drawingml/2006/main">
              <a:ext uri="{FF2B5EF4-FFF2-40B4-BE49-F238E27FC236}">
                <a16:creationId xmlns:a16="http://schemas.microsoft.com/office/drawing/2014/main" id="{40EA50E6-6CFB-45F9-B112-99619EB4C041}"/>
              </a:ext>
            </a:extLst>
          </p:cNvPr>
          <p:cNvSpPr>
            <a:spLocks xmlns:a="http://schemas.openxmlformats.org/drawingml/2006/main" noGrp="1"/>
          </p:cNvSpPr>
          <p:nvPr/>
        </p:nvSpPr>
        <p:spPr>
          <a:xfrm xmlns:a="http://schemas.openxmlformats.org/drawingml/2006/main">
            <a:off x="1028700" y="4791075"/>
            <a:ext cx="10048875" cy="685800"/>
          </a:xfrm>
          <a:prstGeom xmlns:a="http://schemas.openxmlformats.org/drawingml/2006/main" prst="rect">
            <a:avLst/>
          </a:prstGeom>
          <a:solidFill xmlns:a="http://schemas.openxmlformats.org/drawingml/2006/main">
            <a:srgbClr val="DDF3E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D6F18ED-6471-448E-96A8-D7075154D94B}"/>
              </a:ext>
            </a:extLst>
          </p:cNvPr>
          <p:cNvSpPr>
            <a:spLocks xmlns:a="http://schemas.openxmlformats.org/drawingml/2006/main" noGrp="1"/>
          </p:cNvSpPr>
          <p:nvPr/>
        </p:nvSpPr>
        <p:spPr>
          <a:xfrm xmlns:a="http://schemas.openxmlformats.org/drawingml/2006/main">
            <a:off x="1276350" y="4876800"/>
            <a:ext cx="957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53E5C"/>
                </a:solidFill>
              </a:defRPr>
            </a:defPPr>
            <a:lvl1pPr algn="ctr">
              <a:defRPr sz="1575" b="1">
                <a:solidFill>
                  <a:srgbClr val="153E5C"/>
                </a:solidFill>
              </a:defRPr>
            </a:lvl1pPr>
            <a:lvl2pPr algn="ctr">
              <a:defRPr sz="1575" b="1">
                <a:solidFill>
                  <a:srgbClr val="153E5C"/>
                </a:solidFill>
              </a:defRPr>
            </a:lvl2pPr>
            <a:lvl3pPr algn="ctr">
              <a:defRPr sz="1575" b="1">
                <a:solidFill>
                  <a:srgbClr val="153E5C"/>
                </a:solidFill>
              </a:defRPr>
            </a:lvl3pPr>
            <a:lvl4pPr algn="ctr">
              <a:defRPr sz="1575" b="1">
                <a:solidFill>
                  <a:srgbClr val="153E5C"/>
                </a:solidFill>
              </a:defRPr>
            </a:lvl4pPr>
            <a:lvl5pPr algn="ctr">
              <a:defRPr sz="1575" b="1">
                <a:solidFill>
                  <a:srgbClr val="153E5C"/>
                </a:solidFill>
              </a:defRPr>
            </a:lvl5pPr>
            <a:lvl6pPr algn="ctr">
              <a:defRPr sz="1575" b="1">
                <a:solidFill>
                  <a:srgbClr val="153E5C"/>
                </a:solidFill>
              </a:defRPr>
            </a:lvl6pPr>
            <a:lvl7pPr algn="ctr">
              <a:defRPr sz="1575" b="1">
                <a:solidFill>
                  <a:srgbClr val="153E5C"/>
                </a:solidFill>
              </a:defRPr>
            </a:lvl7pPr>
            <a:lvl8pPr algn="ctr">
              <a:defRPr sz="1575" b="1">
                <a:solidFill>
                  <a:srgbClr val="153E5C"/>
                </a:solidFill>
              </a:defRPr>
            </a:lvl8pPr>
            <a:lvl9pPr algn="ctr">
              <a:defRPr sz="1575" b="1">
                <a:solidFill>
                  <a:srgbClr val="153E5C"/>
                </a:solidFill>
              </a:defRPr>
            </a:lvl9pPr>
          </a:lstStyle>
          <a:p xmlns:a="http://schemas.openxmlformats.org/drawingml/2006/main">
            <a:pPr algn="ctr">
              <a:lnSpc>
                <a:spcPct val="108000"/>
              </a:lnSpc>
              <a:buNone/>
              <a:defRPr sz="1575" b="1">
                <a:solidFill>
                  <a:srgbClr val="153E5C"/>
                </a:solidFill>
              </a:defRPr>
            </a:pPr>
            <a:r>
              <a:rPr sz="1575" b="1">
                <a:solidFill>
                  <a:srgbClr val="153E5C"/>
                </a:solidFill>
              </a:rPr>
              <a:t>Example: selecting MBWin / Sky360 narrows the categories to account/access or software/system support.</a:t>
            </a:r>
          </a:p>
        </p:txBody>
      </p:sp>
    </p:spTree>
    <p:extLst>
      <p:ext uri="{BB962C8B-B14F-4D97-AF65-F5344CB8AC3E}">
        <p14:creationId xmlns:p14="http://schemas.microsoft.com/office/powerpoint/2010/main" val="874002543"/>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1EE9247-DEF3-4D58-90FB-2821F1F1178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44674A-785E-43B6-A57D-4464A6F77431}"/>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Describe what happened</a:t>
            </a:r>
          </a:p>
        </p:txBody>
      </p:sp>
      <p:sp>
        <p:nvSpPr>
          <p:cNvPr id="3" name="">
            <a:extLst xmlns:a="http://schemas.openxmlformats.org/drawingml/2006/main">
              <a:ext uri="{FF2B5EF4-FFF2-40B4-BE49-F238E27FC236}">
                <a16:creationId xmlns:a16="http://schemas.microsoft.com/office/drawing/2014/main" id="{1F57E368-A653-4613-8FBD-F319A17DCF62}"/>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The tailored prompts help ICT understand the issue and prepare remote assistance.</a:t>
            </a:r>
          </a:p>
        </p:txBody>
      </p:sp>
      <p:sp>
        <p:nvSpPr>
          <p:cNvPr id="4" name="">
            <a:extLst xmlns:a="http://schemas.openxmlformats.org/drawingml/2006/main">
              <a:ext uri="{FF2B5EF4-FFF2-40B4-BE49-F238E27FC236}">
                <a16:creationId xmlns:a16="http://schemas.microsoft.com/office/drawing/2014/main" id="{020DD577-0C90-4A85-8862-88F6A67B0EC8}"/>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EE1D80-8DDE-4688-8440-F989FC39E5D5}"/>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19099419-1D48-431B-AE0F-9FDD4C0753BD}"/>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05</a:t>
            </a:r>
          </a:p>
        </p:txBody>
      </p:sp>
      <p:sp>
        <p:nvSpPr>
          <p:cNvPr id="7" name="">
            <a:extLst xmlns:a="http://schemas.openxmlformats.org/drawingml/2006/main">
              <a:ext uri="{FF2B5EF4-FFF2-40B4-BE49-F238E27FC236}">
                <a16:creationId xmlns:a16="http://schemas.microsoft.com/office/drawing/2014/main" id="{9FE5914B-8987-4BF4-A387-A0A2853F6C9F}"/>
              </a:ext>
            </a:extLst>
          </p:cNvPr>
          <p:cNvSpPr>
            <a:spLocks xmlns:a="http://schemas.openxmlformats.org/drawingml/2006/main" noGrp="1"/>
          </p:cNvSpPr>
          <p:nvPr/>
        </p:nvSpPr>
        <p:spPr>
          <a:xfrm xmlns:a="http://schemas.openxmlformats.org/drawingml/2006/main">
            <a:off x="781050" y="15906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8C8C"/>
                </a:solidFill>
              </a:defRPr>
            </a:defPPr>
            <a:lvl1pPr algn="l">
              <a:defRPr sz="1350" b="1">
                <a:solidFill>
                  <a:srgbClr val="168C8C"/>
                </a:solidFill>
              </a:defRPr>
            </a:lvl1pPr>
            <a:lvl2pPr algn="l">
              <a:defRPr sz="1350" b="1">
                <a:solidFill>
                  <a:srgbClr val="168C8C"/>
                </a:solidFill>
              </a:defRPr>
            </a:lvl2pPr>
            <a:lvl3pPr algn="l">
              <a:defRPr sz="1350" b="1">
                <a:solidFill>
                  <a:srgbClr val="168C8C"/>
                </a:solidFill>
              </a:defRPr>
            </a:lvl3pPr>
            <a:lvl4pPr algn="l">
              <a:defRPr sz="1350" b="1">
                <a:solidFill>
                  <a:srgbClr val="168C8C"/>
                </a:solidFill>
              </a:defRPr>
            </a:lvl4pPr>
            <a:lvl5pPr algn="l">
              <a:defRPr sz="1350" b="1">
                <a:solidFill>
                  <a:srgbClr val="168C8C"/>
                </a:solidFill>
              </a:defRPr>
            </a:lvl5pPr>
            <a:lvl6pPr algn="l">
              <a:defRPr sz="1350" b="1">
                <a:solidFill>
                  <a:srgbClr val="168C8C"/>
                </a:solidFill>
              </a:defRPr>
            </a:lvl6pPr>
            <a:lvl7pPr algn="l">
              <a:defRPr sz="1350" b="1">
                <a:solidFill>
                  <a:srgbClr val="168C8C"/>
                </a:solidFill>
              </a:defRPr>
            </a:lvl7pPr>
            <a:lvl8pPr algn="l">
              <a:defRPr sz="1350" b="1">
                <a:solidFill>
                  <a:srgbClr val="168C8C"/>
                </a:solidFill>
              </a:defRPr>
            </a:lvl8pPr>
            <a:lvl9pPr algn="l">
              <a:defRPr sz="1350" b="1">
                <a:solidFill>
                  <a:srgbClr val="168C8C"/>
                </a:solidFill>
              </a:defRPr>
            </a:lvl9pPr>
          </a:lstStyle>
          <a:p xmlns:a="http://schemas.openxmlformats.org/drawingml/2006/main">
            <a:pPr algn="l">
              <a:lnSpc>
                <a:spcPct val="108000"/>
              </a:lnSpc>
              <a:buNone/>
              <a:defRPr sz="1350" b="1">
                <a:solidFill>
                  <a:srgbClr val="168C8C"/>
                </a:solidFill>
              </a:defRPr>
            </a:pPr>
            <a:r>
              <a:rPr sz="1350" b="1">
                <a:solidFill>
                  <a:srgbClr val="168C8C"/>
                </a:solidFill>
              </a:rPr>
              <a:t>ISSUE DESCRIPTION</a:t>
            </a:r>
          </a:p>
        </p:txBody>
      </p:sp>
      <p:sp>
        <p:nvSpPr>
          <p:cNvPr id="8" name="">
            <a:extLst xmlns:a="http://schemas.openxmlformats.org/drawingml/2006/main">
              <a:ext uri="{FF2B5EF4-FFF2-40B4-BE49-F238E27FC236}">
                <a16:creationId xmlns:a16="http://schemas.microsoft.com/office/drawing/2014/main" id="{744B2DF8-47B7-42C1-A349-DB09841CDE0B}"/>
              </a:ext>
            </a:extLst>
          </p:cNvPr>
          <p:cNvSpPr>
            <a:spLocks xmlns:a="http://schemas.openxmlformats.org/drawingml/2006/main" noGrp="1"/>
          </p:cNvSpPr>
          <p:nvPr/>
        </p:nvSpPr>
        <p:spPr>
          <a:xfrm xmlns:a="http://schemas.openxmlformats.org/drawingml/2006/main">
            <a:off x="885825" y="2190750"/>
            <a:ext cx="133350" cy="1333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D528E3-1424-44E9-AD73-DCF321667847}"/>
              </a:ext>
            </a:extLst>
          </p:cNvPr>
          <p:cNvSpPr>
            <a:spLocks xmlns:a="http://schemas.openxmlformats.org/drawingml/2006/main" noGrp="1"/>
          </p:cNvSpPr>
          <p:nvPr/>
        </p:nvSpPr>
        <p:spPr>
          <a:xfrm xmlns:a="http://schemas.openxmlformats.org/drawingml/2006/main">
            <a:off x="1190625" y="2076450"/>
            <a:ext cx="614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02A43"/>
                </a:solidFill>
              </a:defRPr>
            </a:defPPr>
            <a:lvl1pPr algn="l">
              <a:defRPr sz="1875" b="0">
                <a:solidFill>
                  <a:srgbClr val="102A43"/>
                </a:solidFill>
              </a:defRPr>
            </a:lvl1pPr>
            <a:lvl2pPr algn="l">
              <a:defRPr sz="1875" b="0">
                <a:solidFill>
                  <a:srgbClr val="102A43"/>
                </a:solidFill>
              </a:defRPr>
            </a:lvl2pPr>
            <a:lvl3pPr algn="l">
              <a:defRPr sz="1875" b="0">
                <a:solidFill>
                  <a:srgbClr val="102A43"/>
                </a:solidFill>
              </a:defRPr>
            </a:lvl3pPr>
            <a:lvl4pPr algn="l">
              <a:defRPr sz="1875" b="0">
                <a:solidFill>
                  <a:srgbClr val="102A43"/>
                </a:solidFill>
              </a:defRPr>
            </a:lvl4pPr>
            <a:lvl5pPr algn="l">
              <a:defRPr sz="1875" b="0">
                <a:solidFill>
                  <a:srgbClr val="102A43"/>
                </a:solidFill>
              </a:defRPr>
            </a:lvl5pPr>
            <a:lvl6pPr algn="l">
              <a:defRPr sz="1875" b="0">
                <a:solidFill>
                  <a:srgbClr val="102A43"/>
                </a:solidFill>
              </a:defRPr>
            </a:lvl6pPr>
            <a:lvl7pPr algn="l">
              <a:defRPr sz="1875" b="0">
                <a:solidFill>
                  <a:srgbClr val="102A43"/>
                </a:solidFill>
              </a:defRPr>
            </a:lvl7pPr>
            <a:lvl8pPr algn="l">
              <a:defRPr sz="1875" b="0">
                <a:solidFill>
                  <a:srgbClr val="102A43"/>
                </a:solidFill>
              </a:defRPr>
            </a:lvl8pPr>
            <a:lvl9pPr algn="l">
              <a:defRPr sz="1875" b="0">
                <a:solidFill>
                  <a:srgbClr val="102A43"/>
                </a:solidFill>
              </a:defRPr>
            </a:lvl9pPr>
          </a:lstStyle>
          <a:p xmlns:a="http://schemas.openxmlformats.org/drawingml/2006/main">
            <a:pPr algn="l">
              <a:lnSpc>
                <a:spcPct val="108000"/>
              </a:lnSpc>
              <a:buNone/>
              <a:defRPr sz="1875" b="0">
                <a:solidFill>
                  <a:srgbClr val="102A43"/>
                </a:solidFill>
              </a:defRPr>
            </a:pPr>
            <a:r>
              <a:rPr sz="1875" b="0">
                <a:solidFill>
                  <a:srgbClr val="102A43"/>
                </a:solidFill>
              </a:rPr>
              <a:t>What happened?</a:t>
            </a:r>
          </a:p>
        </p:txBody>
      </p:sp>
      <p:sp>
        <p:nvSpPr>
          <p:cNvPr id="10" name="">
            <a:extLst xmlns:a="http://schemas.openxmlformats.org/drawingml/2006/main">
              <a:ext uri="{FF2B5EF4-FFF2-40B4-BE49-F238E27FC236}">
                <a16:creationId xmlns:a16="http://schemas.microsoft.com/office/drawing/2014/main" id="{750ACF03-E792-4666-AB31-01609AA6FA31}"/>
              </a:ext>
            </a:extLst>
          </p:cNvPr>
          <p:cNvSpPr>
            <a:spLocks xmlns:a="http://schemas.openxmlformats.org/drawingml/2006/main" noGrp="1"/>
          </p:cNvSpPr>
          <p:nvPr/>
        </p:nvSpPr>
        <p:spPr>
          <a:xfrm xmlns:a="http://schemas.openxmlformats.org/drawingml/2006/main">
            <a:off x="942975" y="2524125"/>
            <a:ext cx="19050" cy="3429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2F1BDD-1B2F-4876-813C-2D49AE7393BF}"/>
              </a:ext>
            </a:extLst>
          </p:cNvPr>
          <p:cNvSpPr>
            <a:spLocks xmlns:a="http://schemas.openxmlformats.org/drawingml/2006/main" noGrp="1"/>
          </p:cNvSpPr>
          <p:nvPr/>
        </p:nvSpPr>
        <p:spPr>
          <a:xfrm xmlns:a="http://schemas.openxmlformats.org/drawingml/2006/main">
            <a:off x="885825" y="2981325"/>
            <a:ext cx="133350" cy="1333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1C473A7-4DA3-4A20-96A6-AC3BA7943A21}"/>
              </a:ext>
            </a:extLst>
          </p:cNvPr>
          <p:cNvSpPr>
            <a:spLocks xmlns:a="http://schemas.openxmlformats.org/drawingml/2006/main" noGrp="1"/>
          </p:cNvSpPr>
          <p:nvPr/>
        </p:nvSpPr>
        <p:spPr>
          <a:xfrm xmlns:a="http://schemas.openxmlformats.org/drawingml/2006/main">
            <a:off x="1190625" y="2867025"/>
            <a:ext cx="614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02A43"/>
                </a:solidFill>
              </a:defRPr>
            </a:defPPr>
            <a:lvl1pPr algn="l">
              <a:defRPr sz="1875" b="0">
                <a:solidFill>
                  <a:srgbClr val="102A43"/>
                </a:solidFill>
              </a:defRPr>
            </a:lvl1pPr>
            <a:lvl2pPr algn="l">
              <a:defRPr sz="1875" b="0">
                <a:solidFill>
                  <a:srgbClr val="102A43"/>
                </a:solidFill>
              </a:defRPr>
            </a:lvl2pPr>
            <a:lvl3pPr algn="l">
              <a:defRPr sz="1875" b="0">
                <a:solidFill>
                  <a:srgbClr val="102A43"/>
                </a:solidFill>
              </a:defRPr>
            </a:lvl3pPr>
            <a:lvl4pPr algn="l">
              <a:defRPr sz="1875" b="0">
                <a:solidFill>
                  <a:srgbClr val="102A43"/>
                </a:solidFill>
              </a:defRPr>
            </a:lvl4pPr>
            <a:lvl5pPr algn="l">
              <a:defRPr sz="1875" b="0">
                <a:solidFill>
                  <a:srgbClr val="102A43"/>
                </a:solidFill>
              </a:defRPr>
            </a:lvl5pPr>
            <a:lvl6pPr algn="l">
              <a:defRPr sz="1875" b="0">
                <a:solidFill>
                  <a:srgbClr val="102A43"/>
                </a:solidFill>
              </a:defRPr>
            </a:lvl6pPr>
            <a:lvl7pPr algn="l">
              <a:defRPr sz="1875" b="0">
                <a:solidFill>
                  <a:srgbClr val="102A43"/>
                </a:solidFill>
              </a:defRPr>
            </a:lvl7pPr>
            <a:lvl8pPr algn="l">
              <a:defRPr sz="1875" b="0">
                <a:solidFill>
                  <a:srgbClr val="102A43"/>
                </a:solidFill>
              </a:defRPr>
            </a:lvl8pPr>
            <a:lvl9pPr algn="l">
              <a:defRPr sz="1875" b="0">
                <a:solidFill>
                  <a:srgbClr val="102A43"/>
                </a:solidFill>
              </a:defRPr>
            </a:lvl9pPr>
          </a:lstStyle>
          <a:p xmlns:a="http://schemas.openxmlformats.org/drawingml/2006/main">
            <a:pPr algn="l">
              <a:lnSpc>
                <a:spcPct val="108000"/>
              </a:lnSpc>
              <a:buNone/>
              <a:defRPr sz="1875" b="0">
                <a:solidFill>
                  <a:srgbClr val="102A43"/>
                </a:solidFill>
              </a:defRPr>
            </a:pPr>
            <a:r>
              <a:rPr sz="1875" b="0">
                <a:solidFill>
                  <a:srgbClr val="102A43"/>
                </a:solidFill>
              </a:rPr>
              <a:t>Which device, system, page, or module?</a:t>
            </a:r>
          </a:p>
        </p:txBody>
      </p:sp>
      <p:sp>
        <p:nvSpPr>
          <p:cNvPr id="13" name="">
            <a:extLst xmlns:a="http://schemas.openxmlformats.org/drawingml/2006/main">
              <a:ext uri="{FF2B5EF4-FFF2-40B4-BE49-F238E27FC236}">
                <a16:creationId xmlns:a16="http://schemas.microsoft.com/office/drawing/2014/main" id="{ECAC7950-E809-4978-944C-C73DE6060C59}"/>
              </a:ext>
            </a:extLst>
          </p:cNvPr>
          <p:cNvSpPr>
            <a:spLocks xmlns:a="http://schemas.openxmlformats.org/drawingml/2006/main" noGrp="1"/>
          </p:cNvSpPr>
          <p:nvPr/>
        </p:nvSpPr>
        <p:spPr>
          <a:xfrm xmlns:a="http://schemas.openxmlformats.org/drawingml/2006/main">
            <a:off x="942975" y="3314700"/>
            <a:ext cx="19050" cy="3429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C18BAC-5964-4AB5-A11D-56F14F12B598}"/>
              </a:ext>
            </a:extLst>
          </p:cNvPr>
          <p:cNvSpPr>
            <a:spLocks xmlns:a="http://schemas.openxmlformats.org/drawingml/2006/main" noGrp="1"/>
          </p:cNvSpPr>
          <p:nvPr/>
        </p:nvSpPr>
        <p:spPr>
          <a:xfrm xmlns:a="http://schemas.openxmlformats.org/drawingml/2006/main">
            <a:off x="885825" y="3771900"/>
            <a:ext cx="133350" cy="1333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C41F6EA-007B-4050-99FE-9B341FFD50E4}"/>
              </a:ext>
            </a:extLst>
          </p:cNvPr>
          <p:cNvSpPr>
            <a:spLocks xmlns:a="http://schemas.openxmlformats.org/drawingml/2006/main" noGrp="1"/>
          </p:cNvSpPr>
          <p:nvPr/>
        </p:nvSpPr>
        <p:spPr>
          <a:xfrm xmlns:a="http://schemas.openxmlformats.org/drawingml/2006/main">
            <a:off x="1190625" y="3657600"/>
            <a:ext cx="614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02A43"/>
                </a:solidFill>
              </a:defRPr>
            </a:defPPr>
            <a:lvl1pPr algn="l">
              <a:defRPr sz="1875" b="0">
                <a:solidFill>
                  <a:srgbClr val="102A43"/>
                </a:solidFill>
              </a:defRPr>
            </a:lvl1pPr>
            <a:lvl2pPr algn="l">
              <a:defRPr sz="1875" b="0">
                <a:solidFill>
                  <a:srgbClr val="102A43"/>
                </a:solidFill>
              </a:defRPr>
            </a:lvl2pPr>
            <a:lvl3pPr algn="l">
              <a:defRPr sz="1875" b="0">
                <a:solidFill>
                  <a:srgbClr val="102A43"/>
                </a:solidFill>
              </a:defRPr>
            </a:lvl3pPr>
            <a:lvl4pPr algn="l">
              <a:defRPr sz="1875" b="0">
                <a:solidFill>
                  <a:srgbClr val="102A43"/>
                </a:solidFill>
              </a:defRPr>
            </a:lvl4pPr>
            <a:lvl5pPr algn="l">
              <a:defRPr sz="1875" b="0">
                <a:solidFill>
                  <a:srgbClr val="102A43"/>
                </a:solidFill>
              </a:defRPr>
            </a:lvl5pPr>
            <a:lvl6pPr algn="l">
              <a:defRPr sz="1875" b="0">
                <a:solidFill>
                  <a:srgbClr val="102A43"/>
                </a:solidFill>
              </a:defRPr>
            </a:lvl6pPr>
            <a:lvl7pPr algn="l">
              <a:defRPr sz="1875" b="0">
                <a:solidFill>
                  <a:srgbClr val="102A43"/>
                </a:solidFill>
              </a:defRPr>
            </a:lvl7pPr>
            <a:lvl8pPr algn="l">
              <a:defRPr sz="1875" b="0">
                <a:solidFill>
                  <a:srgbClr val="102A43"/>
                </a:solidFill>
              </a:defRPr>
            </a:lvl8pPr>
            <a:lvl9pPr algn="l">
              <a:defRPr sz="1875" b="0">
                <a:solidFill>
                  <a:srgbClr val="102A43"/>
                </a:solidFill>
              </a:defRPr>
            </a:lvl9pPr>
          </a:lstStyle>
          <a:p xmlns:a="http://schemas.openxmlformats.org/drawingml/2006/main">
            <a:pPr algn="l">
              <a:lnSpc>
                <a:spcPct val="108000"/>
              </a:lnSpc>
              <a:buNone/>
              <a:defRPr sz="1875" b="0">
                <a:solidFill>
                  <a:srgbClr val="102A43"/>
                </a:solidFill>
              </a:defRPr>
            </a:pPr>
            <a:r>
              <a:rPr sz="1875" b="0">
                <a:solidFill>
                  <a:srgbClr val="102A43"/>
                </a:solidFill>
              </a:rPr>
              <a:t>What error message appeared?</a:t>
            </a:r>
          </a:p>
        </p:txBody>
      </p:sp>
      <p:sp>
        <p:nvSpPr>
          <p:cNvPr id="16" name="">
            <a:extLst xmlns:a="http://schemas.openxmlformats.org/drawingml/2006/main">
              <a:ext uri="{FF2B5EF4-FFF2-40B4-BE49-F238E27FC236}">
                <a16:creationId xmlns:a16="http://schemas.microsoft.com/office/drawing/2014/main" id="{C96A168B-6357-472B-8E8F-F4C39BF07AE9}"/>
              </a:ext>
            </a:extLst>
          </p:cNvPr>
          <p:cNvSpPr>
            <a:spLocks xmlns:a="http://schemas.openxmlformats.org/drawingml/2006/main" noGrp="1"/>
          </p:cNvSpPr>
          <p:nvPr/>
        </p:nvSpPr>
        <p:spPr>
          <a:xfrm xmlns:a="http://schemas.openxmlformats.org/drawingml/2006/main">
            <a:off x="942975" y="4105275"/>
            <a:ext cx="19050" cy="3429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78077E4-5668-47DD-BC48-17BFE55C9024}"/>
              </a:ext>
            </a:extLst>
          </p:cNvPr>
          <p:cNvSpPr>
            <a:spLocks xmlns:a="http://schemas.openxmlformats.org/drawingml/2006/main" noGrp="1"/>
          </p:cNvSpPr>
          <p:nvPr/>
        </p:nvSpPr>
        <p:spPr>
          <a:xfrm xmlns:a="http://schemas.openxmlformats.org/drawingml/2006/main">
            <a:off x="885825" y="4562475"/>
            <a:ext cx="133350" cy="1333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6571F18-34BA-4EAB-A6F8-1A2EB1CC7F45}"/>
              </a:ext>
            </a:extLst>
          </p:cNvPr>
          <p:cNvSpPr>
            <a:spLocks xmlns:a="http://schemas.openxmlformats.org/drawingml/2006/main" noGrp="1"/>
          </p:cNvSpPr>
          <p:nvPr/>
        </p:nvSpPr>
        <p:spPr>
          <a:xfrm xmlns:a="http://schemas.openxmlformats.org/drawingml/2006/main">
            <a:off x="1190625" y="4448175"/>
            <a:ext cx="614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lnSpc>
                <a:spcPct val="108000"/>
              </a:lnSpc>
              <a:buNone/>
              <a:defRPr sz="1875" b="1">
                <a:solidFill>
                  <a:srgbClr val="102A43"/>
                </a:solidFill>
              </a:defRPr>
            </a:pPr>
            <a:r>
              <a:rPr sz="1875" b="1">
                <a:solidFill>
                  <a:srgbClr val="102A43"/>
                </a:solidFill>
              </a:rPr>
              <a:t>What is your AnyDesk number?</a:t>
            </a:r>
          </a:p>
        </p:txBody>
      </p:sp>
      <p:sp>
        <p:nvSpPr>
          <p:cNvPr id="19" name="">
            <a:extLst xmlns:a="http://schemas.openxmlformats.org/drawingml/2006/main">
              <a:ext uri="{FF2B5EF4-FFF2-40B4-BE49-F238E27FC236}">
                <a16:creationId xmlns:a16="http://schemas.microsoft.com/office/drawing/2014/main" id="{2C292B73-BD9C-4609-9243-313F7682BD61}"/>
              </a:ext>
            </a:extLst>
          </p:cNvPr>
          <p:cNvSpPr>
            <a:spLocks xmlns:a="http://schemas.openxmlformats.org/drawingml/2006/main" noGrp="1"/>
          </p:cNvSpPr>
          <p:nvPr/>
        </p:nvSpPr>
        <p:spPr>
          <a:xfrm xmlns:a="http://schemas.openxmlformats.org/drawingml/2006/main">
            <a:off x="7905750" y="2028825"/>
            <a:ext cx="3286125" cy="268605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CE8034-9403-4662-BC7F-43B04E0B3E38}"/>
              </a:ext>
            </a:extLst>
          </p:cNvPr>
          <p:cNvSpPr>
            <a:spLocks xmlns:a="http://schemas.openxmlformats.org/drawingml/2006/main" noGrp="1"/>
          </p:cNvSpPr>
          <p:nvPr/>
        </p:nvSpPr>
        <p:spPr>
          <a:xfrm xmlns:a="http://schemas.openxmlformats.org/drawingml/2006/main">
            <a:off x="8172450" y="22764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3E5C"/>
                </a:solidFill>
              </a:defRPr>
            </a:defPPr>
            <a:lvl1pPr algn="l">
              <a:defRPr sz="1725" b="1">
                <a:solidFill>
                  <a:srgbClr val="153E5C"/>
                </a:solidFill>
              </a:defRPr>
            </a:lvl1pPr>
            <a:lvl2pPr algn="l">
              <a:defRPr sz="1725" b="1">
                <a:solidFill>
                  <a:srgbClr val="153E5C"/>
                </a:solidFill>
              </a:defRPr>
            </a:lvl2pPr>
            <a:lvl3pPr algn="l">
              <a:defRPr sz="1725" b="1">
                <a:solidFill>
                  <a:srgbClr val="153E5C"/>
                </a:solidFill>
              </a:defRPr>
            </a:lvl3pPr>
            <a:lvl4pPr algn="l">
              <a:defRPr sz="1725" b="1">
                <a:solidFill>
                  <a:srgbClr val="153E5C"/>
                </a:solidFill>
              </a:defRPr>
            </a:lvl4pPr>
            <a:lvl5pPr algn="l">
              <a:defRPr sz="1725" b="1">
                <a:solidFill>
                  <a:srgbClr val="153E5C"/>
                </a:solidFill>
              </a:defRPr>
            </a:lvl5pPr>
            <a:lvl6pPr algn="l">
              <a:defRPr sz="1725" b="1">
                <a:solidFill>
                  <a:srgbClr val="153E5C"/>
                </a:solidFill>
              </a:defRPr>
            </a:lvl6pPr>
            <a:lvl7pPr algn="l">
              <a:defRPr sz="1725" b="1">
                <a:solidFill>
                  <a:srgbClr val="153E5C"/>
                </a:solidFill>
              </a:defRPr>
            </a:lvl7pPr>
            <a:lvl8pPr algn="l">
              <a:defRPr sz="1725" b="1">
                <a:solidFill>
                  <a:srgbClr val="153E5C"/>
                </a:solidFill>
              </a:defRPr>
            </a:lvl8pPr>
            <a:lvl9pPr algn="l">
              <a:defRPr sz="1725" b="1">
                <a:solidFill>
                  <a:srgbClr val="153E5C"/>
                </a:solidFill>
              </a:defRPr>
            </a:lvl9pPr>
          </a:lstStyle>
          <a:p xmlns:a="http://schemas.openxmlformats.org/drawingml/2006/main">
            <a:pPr algn="l">
              <a:lnSpc>
                <a:spcPct val="108000"/>
              </a:lnSpc>
              <a:buNone/>
              <a:defRPr sz="1725" b="1">
                <a:solidFill>
                  <a:srgbClr val="153E5C"/>
                </a:solidFill>
              </a:defRPr>
            </a:pPr>
            <a:r>
              <a:rPr sz="1725" b="1">
                <a:solidFill>
                  <a:srgbClr val="153E5C"/>
                </a:solidFill>
              </a:rPr>
              <a:t>Helpful details</a:t>
            </a:r>
          </a:p>
        </p:txBody>
      </p:sp>
      <p:sp>
        <p:nvSpPr>
          <p:cNvPr id="21" name="">
            <a:extLst xmlns:a="http://schemas.openxmlformats.org/drawingml/2006/main">
              <a:ext uri="{FF2B5EF4-FFF2-40B4-BE49-F238E27FC236}">
                <a16:creationId xmlns:a16="http://schemas.microsoft.com/office/drawing/2014/main" id="{B1A922F3-8C37-481D-A908-C640E90D1B97}"/>
              </a:ext>
            </a:extLst>
          </p:cNvPr>
          <p:cNvSpPr>
            <a:spLocks xmlns:a="http://schemas.openxmlformats.org/drawingml/2006/main" noGrp="1"/>
          </p:cNvSpPr>
          <p:nvPr/>
        </p:nvSpPr>
        <p:spPr>
          <a:xfrm xmlns:a="http://schemas.openxmlformats.org/drawingml/2006/main">
            <a:off x="8172450" y="2790825"/>
            <a:ext cx="2800350" cy="1685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 Be specific about the symptom</a:t>
            </a:r>
          </a:p>
          <a:p xmlns:a="http://schemas.openxmlformats.org/drawingml/2006/main">
            <a:r>
              <a:t/>
            </a:r>
          </a:p>
          <a:p xmlns:a="http://schemas.openxmlformats.org/drawingml/2006/main">
            <a:pPr algn="l">
              <a:lnSpc>
                <a:spcPct val="108000"/>
              </a:lnSpc>
              <a:buNone/>
              <a:defRPr sz="1500" b="0">
                <a:solidFill>
                  <a:srgbClr val="102A43"/>
                </a:solidFill>
              </a:defRPr>
            </a:pPr>
            <a:r>
              <a:rPr sz="1500" b="0">
                <a:solidFill>
                  <a:srgbClr val="102A43"/>
                </a:solidFill>
              </a:rPr>
              <a:t>• Mention when it started</a:t>
            </a:r>
          </a:p>
          <a:p xmlns:a="http://schemas.openxmlformats.org/drawingml/2006/main">
            <a:r>
              <a:t/>
            </a:r>
          </a:p>
          <a:p xmlns:a="http://schemas.openxmlformats.org/drawingml/2006/main">
            <a:pPr algn="l">
              <a:lnSpc>
                <a:spcPct val="108000"/>
              </a:lnSpc>
              <a:buNone/>
              <a:defRPr sz="1500" b="0">
                <a:solidFill>
                  <a:srgbClr val="102A43"/>
                </a:solidFill>
              </a:defRPr>
            </a:pPr>
            <a:r>
              <a:rPr sz="1500" b="0">
                <a:solidFill>
                  <a:srgbClr val="102A43"/>
                </a:solidFill>
              </a:rPr>
              <a:t>• Include affected location or users</a:t>
            </a:r>
          </a:p>
          <a:p xmlns:a="http://schemas.openxmlformats.org/drawingml/2006/main">
            <a:r>
              <a:t/>
            </a:r>
          </a:p>
          <a:p xmlns:a="http://schemas.openxmlformats.org/drawingml/2006/main">
            <a:pPr algn="l">
              <a:lnSpc>
                <a:spcPct val="108000"/>
              </a:lnSpc>
              <a:buNone/>
              <a:defRPr sz="1500" b="0">
                <a:solidFill>
                  <a:srgbClr val="102A43"/>
                </a:solidFill>
              </a:defRPr>
            </a:pPr>
            <a:r>
              <a:rPr sz="1500" b="0">
                <a:solidFill>
                  <a:srgbClr val="102A43"/>
                </a:solidFill>
              </a:rPr>
              <a:t>• Copy the exact error, if available</a:t>
            </a:r>
          </a:p>
        </p:txBody>
      </p:sp>
      <p:sp>
        <p:nvSpPr>
          <p:cNvPr id="22" name="">
            <a:extLst xmlns:a="http://schemas.openxmlformats.org/drawingml/2006/main">
              <a:ext uri="{FF2B5EF4-FFF2-40B4-BE49-F238E27FC236}">
                <a16:creationId xmlns:a16="http://schemas.microsoft.com/office/drawing/2014/main" id="{E8FB66DC-6CF9-4548-885E-861DC17B16C2}"/>
              </a:ext>
            </a:extLst>
          </p:cNvPr>
          <p:cNvSpPr>
            <a:spLocks xmlns:a="http://schemas.openxmlformats.org/drawingml/2006/main" noGrp="1"/>
          </p:cNvSpPr>
          <p:nvPr/>
        </p:nvSpPr>
        <p:spPr>
          <a:xfrm xmlns:a="http://schemas.openxmlformats.org/drawingml/2006/main">
            <a:off x="781050" y="5410200"/>
            <a:ext cx="10191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Only describe the concern and information requested by the form.</a:t>
            </a:r>
          </a:p>
        </p:txBody>
      </p:sp>
    </p:spTree>
    <p:extLst>
      <p:ext uri="{BB962C8B-B14F-4D97-AF65-F5344CB8AC3E}">
        <p14:creationId xmlns:p14="http://schemas.microsoft.com/office/powerpoint/2010/main" val="1919625317"/>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00AC6DB-718E-488F-8252-D0E8818945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D59137-AA5A-4C86-AE7E-C73044C13A2B}"/>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Attach supporting files when needed</a:t>
            </a:r>
          </a:p>
        </p:txBody>
      </p:sp>
      <p:sp>
        <p:nvSpPr>
          <p:cNvPr id="3" name="">
            <a:extLst xmlns:a="http://schemas.openxmlformats.org/drawingml/2006/main">
              <a:ext uri="{FF2B5EF4-FFF2-40B4-BE49-F238E27FC236}">
                <a16:creationId xmlns:a16="http://schemas.microsoft.com/office/drawing/2014/main" id="{A1C41FF0-E247-4E43-9735-87D420467F76}"/>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Attachments give ICT evidence to review alongside the request.</a:t>
            </a:r>
          </a:p>
        </p:txBody>
      </p:sp>
      <p:sp>
        <p:nvSpPr>
          <p:cNvPr id="4" name="">
            <a:extLst xmlns:a="http://schemas.openxmlformats.org/drawingml/2006/main">
              <a:ext uri="{FF2B5EF4-FFF2-40B4-BE49-F238E27FC236}">
                <a16:creationId xmlns:a16="http://schemas.microsoft.com/office/drawing/2014/main" id="{9254B343-0B64-4EA2-B688-AF9325BACCC8}"/>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165B0F-41DD-409F-9DB3-6CEA3D429820}"/>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0164B6B6-C232-4804-933B-B57FDD36FF51}"/>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06</a:t>
            </a:r>
          </a:p>
        </p:txBody>
      </p:sp>
      <p:sp>
        <p:nvSpPr>
          <p:cNvPr id="7" name="">
            <a:extLst xmlns:a="http://schemas.openxmlformats.org/drawingml/2006/main">
              <a:ext uri="{FF2B5EF4-FFF2-40B4-BE49-F238E27FC236}">
                <a16:creationId xmlns:a16="http://schemas.microsoft.com/office/drawing/2014/main" id="{FED2A899-89B4-4FB2-AA83-4754B86D5697}"/>
              </a:ext>
            </a:extLst>
          </p:cNvPr>
          <p:cNvSpPr>
            <a:spLocks xmlns:a="http://schemas.openxmlformats.org/drawingml/2006/main" noGrp="1"/>
          </p:cNvSpPr>
          <p:nvPr/>
        </p:nvSpPr>
        <p:spPr>
          <a:xfrm xmlns:a="http://schemas.openxmlformats.org/drawingml/2006/main">
            <a:off x="857250" y="1704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8C8C"/>
                </a:solidFill>
              </a:defRPr>
            </a:defPPr>
            <a:lvl1pPr algn="l">
              <a:defRPr sz="1350" b="1">
                <a:solidFill>
                  <a:srgbClr val="168C8C"/>
                </a:solidFill>
              </a:defRPr>
            </a:lvl1pPr>
            <a:lvl2pPr algn="l">
              <a:defRPr sz="1350" b="1">
                <a:solidFill>
                  <a:srgbClr val="168C8C"/>
                </a:solidFill>
              </a:defRPr>
            </a:lvl2pPr>
            <a:lvl3pPr algn="l">
              <a:defRPr sz="1350" b="1">
                <a:solidFill>
                  <a:srgbClr val="168C8C"/>
                </a:solidFill>
              </a:defRPr>
            </a:lvl3pPr>
            <a:lvl4pPr algn="l">
              <a:defRPr sz="1350" b="1">
                <a:solidFill>
                  <a:srgbClr val="168C8C"/>
                </a:solidFill>
              </a:defRPr>
            </a:lvl4pPr>
            <a:lvl5pPr algn="l">
              <a:defRPr sz="1350" b="1">
                <a:solidFill>
                  <a:srgbClr val="168C8C"/>
                </a:solidFill>
              </a:defRPr>
            </a:lvl5pPr>
            <a:lvl6pPr algn="l">
              <a:defRPr sz="1350" b="1">
                <a:solidFill>
                  <a:srgbClr val="168C8C"/>
                </a:solidFill>
              </a:defRPr>
            </a:lvl6pPr>
            <a:lvl7pPr algn="l">
              <a:defRPr sz="1350" b="1">
                <a:solidFill>
                  <a:srgbClr val="168C8C"/>
                </a:solidFill>
              </a:defRPr>
            </a:lvl7pPr>
            <a:lvl8pPr algn="l">
              <a:defRPr sz="1350" b="1">
                <a:solidFill>
                  <a:srgbClr val="168C8C"/>
                </a:solidFill>
              </a:defRPr>
            </a:lvl8pPr>
            <a:lvl9pPr algn="l">
              <a:defRPr sz="1350" b="1">
                <a:solidFill>
                  <a:srgbClr val="168C8C"/>
                </a:solidFill>
              </a:defRPr>
            </a:lvl9pPr>
          </a:lstStyle>
          <a:p xmlns:a="http://schemas.openxmlformats.org/drawingml/2006/main">
            <a:pPr algn="l">
              <a:lnSpc>
                <a:spcPct val="108000"/>
              </a:lnSpc>
              <a:buNone/>
              <a:defRPr sz="1350" b="1">
                <a:solidFill>
                  <a:srgbClr val="168C8C"/>
                </a:solidFill>
              </a:defRPr>
            </a:pPr>
            <a:r>
              <a:rPr sz="1350" b="1">
                <a:solidFill>
                  <a:srgbClr val="168C8C"/>
                </a:solidFill>
              </a:rPr>
              <a:t>OPTIONAL</a:t>
            </a:r>
          </a:p>
        </p:txBody>
      </p:sp>
      <p:sp>
        <p:nvSpPr>
          <p:cNvPr id="8" name="">
            <a:extLst xmlns:a="http://schemas.openxmlformats.org/drawingml/2006/main">
              <a:ext uri="{FF2B5EF4-FFF2-40B4-BE49-F238E27FC236}">
                <a16:creationId xmlns:a16="http://schemas.microsoft.com/office/drawing/2014/main" id="{D9C56B82-41BE-494D-B783-70A4359BA4CA}"/>
              </a:ext>
            </a:extLst>
          </p:cNvPr>
          <p:cNvSpPr>
            <a:spLocks xmlns:a="http://schemas.openxmlformats.org/drawingml/2006/main" noGrp="1"/>
          </p:cNvSpPr>
          <p:nvPr/>
        </p:nvSpPr>
        <p:spPr>
          <a:xfrm xmlns:a="http://schemas.openxmlformats.org/drawingml/2006/main">
            <a:off x="857250" y="2105025"/>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102A43"/>
                </a:solidFill>
              </a:defRPr>
            </a:defPPr>
            <a:lvl1pPr algn="l">
              <a:defRPr sz="2250" b="1">
                <a:solidFill>
                  <a:srgbClr val="102A43"/>
                </a:solidFill>
              </a:defRPr>
            </a:lvl1pPr>
            <a:lvl2pPr algn="l">
              <a:defRPr sz="2250" b="1">
                <a:solidFill>
                  <a:srgbClr val="102A43"/>
                </a:solidFill>
              </a:defRPr>
            </a:lvl2pPr>
            <a:lvl3pPr algn="l">
              <a:defRPr sz="2250" b="1">
                <a:solidFill>
                  <a:srgbClr val="102A43"/>
                </a:solidFill>
              </a:defRPr>
            </a:lvl3pPr>
            <a:lvl4pPr algn="l">
              <a:defRPr sz="2250" b="1">
                <a:solidFill>
                  <a:srgbClr val="102A43"/>
                </a:solidFill>
              </a:defRPr>
            </a:lvl4pPr>
            <a:lvl5pPr algn="l">
              <a:defRPr sz="2250" b="1">
                <a:solidFill>
                  <a:srgbClr val="102A43"/>
                </a:solidFill>
              </a:defRPr>
            </a:lvl5pPr>
            <a:lvl6pPr algn="l">
              <a:defRPr sz="2250" b="1">
                <a:solidFill>
                  <a:srgbClr val="102A43"/>
                </a:solidFill>
              </a:defRPr>
            </a:lvl6pPr>
            <a:lvl7pPr algn="l">
              <a:defRPr sz="2250" b="1">
                <a:solidFill>
                  <a:srgbClr val="102A43"/>
                </a:solidFill>
              </a:defRPr>
            </a:lvl7pPr>
            <a:lvl8pPr algn="l">
              <a:defRPr sz="2250" b="1">
                <a:solidFill>
                  <a:srgbClr val="102A43"/>
                </a:solidFill>
              </a:defRPr>
            </a:lvl8pPr>
            <a:lvl9pPr algn="l">
              <a:defRPr sz="2250" b="1">
                <a:solidFill>
                  <a:srgbClr val="102A43"/>
                </a:solidFill>
              </a:defRPr>
            </a:lvl9pPr>
          </a:lstStyle>
          <a:p xmlns:a="http://schemas.openxmlformats.org/drawingml/2006/main">
            <a:pPr algn="l">
              <a:lnSpc>
                <a:spcPct val="108000"/>
              </a:lnSpc>
              <a:buNone/>
              <a:defRPr sz="2250" b="1">
                <a:solidFill>
                  <a:srgbClr val="102A43"/>
                </a:solidFill>
              </a:defRPr>
            </a:pPr>
            <a:r>
              <a:rPr sz="2250" b="1">
                <a:solidFill>
                  <a:srgbClr val="102A43"/>
                </a:solidFill>
              </a:rPr>
              <a:t>Photos and screenshots</a:t>
            </a:r>
          </a:p>
        </p:txBody>
      </p:sp>
      <p:sp>
        <p:nvSpPr>
          <p:cNvPr id="9" name="">
            <a:extLst xmlns:a="http://schemas.openxmlformats.org/drawingml/2006/main">
              <a:ext uri="{FF2B5EF4-FFF2-40B4-BE49-F238E27FC236}">
                <a16:creationId xmlns:a16="http://schemas.microsoft.com/office/drawing/2014/main" id="{890FD89E-16CF-4006-B8AE-C068EE751C26}"/>
              </a:ext>
            </a:extLst>
          </p:cNvPr>
          <p:cNvSpPr>
            <a:spLocks xmlns:a="http://schemas.openxmlformats.org/drawingml/2006/main" noGrp="1"/>
          </p:cNvSpPr>
          <p:nvPr/>
        </p:nvSpPr>
        <p:spPr>
          <a:xfrm xmlns:a="http://schemas.openxmlformats.org/drawingml/2006/main">
            <a:off x="857250" y="2705100"/>
            <a:ext cx="442912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0">
                <a:solidFill>
                  <a:srgbClr val="526777"/>
                </a:solidFill>
              </a:defRPr>
            </a:defPPr>
            <a:lvl1pPr algn="l">
              <a:defRPr sz="1725" b="0">
                <a:solidFill>
                  <a:srgbClr val="526777"/>
                </a:solidFill>
              </a:defRPr>
            </a:lvl1pPr>
            <a:lvl2pPr algn="l">
              <a:defRPr sz="1725" b="0">
                <a:solidFill>
                  <a:srgbClr val="526777"/>
                </a:solidFill>
              </a:defRPr>
            </a:lvl2pPr>
            <a:lvl3pPr algn="l">
              <a:defRPr sz="1725" b="0">
                <a:solidFill>
                  <a:srgbClr val="526777"/>
                </a:solidFill>
              </a:defRPr>
            </a:lvl3pPr>
            <a:lvl4pPr algn="l">
              <a:defRPr sz="1725" b="0">
                <a:solidFill>
                  <a:srgbClr val="526777"/>
                </a:solidFill>
              </a:defRPr>
            </a:lvl4pPr>
            <a:lvl5pPr algn="l">
              <a:defRPr sz="1725" b="0">
                <a:solidFill>
                  <a:srgbClr val="526777"/>
                </a:solidFill>
              </a:defRPr>
            </a:lvl5pPr>
            <a:lvl6pPr algn="l">
              <a:defRPr sz="1725" b="0">
                <a:solidFill>
                  <a:srgbClr val="526777"/>
                </a:solidFill>
              </a:defRPr>
            </a:lvl6pPr>
            <a:lvl7pPr algn="l">
              <a:defRPr sz="1725" b="0">
                <a:solidFill>
                  <a:srgbClr val="526777"/>
                </a:solidFill>
              </a:defRPr>
            </a:lvl7pPr>
            <a:lvl8pPr algn="l">
              <a:defRPr sz="1725" b="0">
                <a:solidFill>
                  <a:srgbClr val="526777"/>
                </a:solidFill>
              </a:defRPr>
            </a:lvl8pPr>
            <a:lvl9pPr algn="l">
              <a:defRPr sz="1725" b="0">
                <a:solidFill>
                  <a:srgbClr val="526777"/>
                </a:solidFill>
              </a:defRPr>
            </a:lvl9pPr>
          </a:lstStyle>
          <a:p xmlns:a="http://schemas.openxmlformats.org/drawingml/2006/main">
            <a:pPr algn="l">
              <a:lnSpc>
                <a:spcPct val="108000"/>
              </a:lnSpc>
              <a:buNone/>
              <a:defRPr sz="1725" b="0">
                <a:solidFill>
                  <a:srgbClr val="526777"/>
                </a:solidFill>
              </a:defRPr>
            </a:pPr>
            <a:r>
              <a:rPr sz="1725" b="0">
                <a:solidFill>
                  <a:srgbClr val="526777"/>
                </a:solidFill>
              </a:rPr>
              <a:t>Up to 5 images can be added. Examples include an error screen, printer message, damaged cable, or device condition.</a:t>
            </a:r>
          </a:p>
        </p:txBody>
      </p:sp>
      <p:sp>
        <p:nvSpPr>
          <p:cNvPr id="10" name="">
            <a:extLst xmlns:a="http://schemas.openxmlformats.org/drawingml/2006/main">
              <a:ext uri="{FF2B5EF4-FFF2-40B4-BE49-F238E27FC236}">
                <a16:creationId xmlns:a16="http://schemas.microsoft.com/office/drawing/2014/main" id="{CE90FADB-58E3-407F-BF7A-EC9A79806288}"/>
              </a:ext>
            </a:extLst>
          </p:cNvPr>
          <p:cNvSpPr>
            <a:spLocks xmlns:a="http://schemas.openxmlformats.org/drawingml/2006/main" noGrp="1"/>
          </p:cNvSpPr>
          <p:nvPr/>
        </p:nvSpPr>
        <p:spPr>
          <a:xfrm xmlns:a="http://schemas.openxmlformats.org/drawingml/2006/main">
            <a:off x="5943600" y="1609725"/>
            <a:ext cx="19050" cy="38100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00470CA-DEB4-4FC5-A4EE-279C7EEA5DEB}"/>
              </a:ext>
            </a:extLst>
          </p:cNvPr>
          <p:cNvSpPr>
            <a:spLocks xmlns:a="http://schemas.openxmlformats.org/drawingml/2006/main" noGrp="1"/>
          </p:cNvSpPr>
          <p:nvPr/>
        </p:nvSpPr>
        <p:spPr>
          <a:xfrm xmlns:a="http://schemas.openxmlformats.org/drawingml/2006/main">
            <a:off x="6524625" y="17049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E89A3C"/>
                </a:solidFill>
              </a:defRPr>
            </a:defPPr>
            <a:lvl1pPr algn="l">
              <a:defRPr sz="1350" b="1">
                <a:solidFill>
                  <a:srgbClr val="E89A3C"/>
                </a:solidFill>
              </a:defRPr>
            </a:lvl1pPr>
            <a:lvl2pPr algn="l">
              <a:defRPr sz="1350" b="1">
                <a:solidFill>
                  <a:srgbClr val="E89A3C"/>
                </a:solidFill>
              </a:defRPr>
            </a:lvl2pPr>
            <a:lvl3pPr algn="l">
              <a:defRPr sz="1350" b="1">
                <a:solidFill>
                  <a:srgbClr val="E89A3C"/>
                </a:solidFill>
              </a:defRPr>
            </a:lvl3pPr>
            <a:lvl4pPr algn="l">
              <a:defRPr sz="1350" b="1">
                <a:solidFill>
                  <a:srgbClr val="E89A3C"/>
                </a:solidFill>
              </a:defRPr>
            </a:lvl4pPr>
            <a:lvl5pPr algn="l">
              <a:defRPr sz="1350" b="1">
                <a:solidFill>
                  <a:srgbClr val="E89A3C"/>
                </a:solidFill>
              </a:defRPr>
            </a:lvl5pPr>
            <a:lvl6pPr algn="l">
              <a:defRPr sz="1350" b="1">
                <a:solidFill>
                  <a:srgbClr val="E89A3C"/>
                </a:solidFill>
              </a:defRPr>
            </a:lvl6pPr>
            <a:lvl7pPr algn="l">
              <a:defRPr sz="1350" b="1">
                <a:solidFill>
                  <a:srgbClr val="E89A3C"/>
                </a:solidFill>
              </a:defRPr>
            </a:lvl7pPr>
            <a:lvl8pPr algn="l">
              <a:defRPr sz="1350" b="1">
                <a:solidFill>
                  <a:srgbClr val="E89A3C"/>
                </a:solidFill>
              </a:defRPr>
            </a:lvl8pPr>
            <a:lvl9pPr algn="l">
              <a:defRPr sz="1350" b="1">
                <a:solidFill>
                  <a:srgbClr val="E89A3C"/>
                </a:solidFill>
              </a:defRPr>
            </a:lvl9pPr>
          </a:lstStyle>
          <a:p xmlns:a="http://schemas.openxmlformats.org/drawingml/2006/main">
            <a:pPr algn="l">
              <a:lnSpc>
                <a:spcPct val="108000"/>
              </a:lnSpc>
              <a:buNone/>
              <a:defRPr sz="1350" b="1">
                <a:solidFill>
                  <a:srgbClr val="E89A3C"/>
                </a:solidFill>
              </a:defRPr>
            </a:pPr>
            <a:r>
              <a:rPr sz="1350" b="1">
                <a:solidFill>
                  <a:srgbClr val="E89A3C"/>
                </a:solidFill>
              </a:rPr>
              <a:t>REQUIRED FOR SELECT REQUESTS</a:t>
            </a:r>
          </a:p>
        </p:txBody>
      </p:sp>
      <p:sp>
        <p:nvSpPr>
          <p:cNvPr id="12" name="">
            <a:extLst xmlns:a="http://schemas.openxmlformats.org/drawingml/2006/main">
              <a:ext uri="{FF2B5EF4-FFF2-40B4-BE49-F238E27FC236}">
                <a16:creationId xmlns:a16="http://schemas.microsoft.com/office/drawing/2014/main" id="{57045A44-E636-4DF8-B7DB-183CC087EC74}"/>
              </a:ext>
            </a:extLst>
          </p:cNvPr>
          <p:cNvSpPr>
            <a:spLocks xmlns:a="http://schemas.openxmlformats.org/drawingml/2006/main" noGrp="1"/>
          </p:cNvSpPr>
          <p:nvPr/>
        </p:nvSpPr>
        <p:spPr>
          <a:xfrm xmlns:a="http://schemas.openxmlformats.org/drawingml/2006/main">
            <a:off x="6524625" y="2105025"/>
            <a:ext cx="438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102A43"/>
                </a:solidFill>
              </a:defRPr>
            </a:defPPr>
            <a:lvl1pPr algn="l">
              <a:defRPr sz="2250" b="1">
                <a:solidFill>
                  <a:srgbClr val="102A43"/>
                </a:solidFill>
              </a:defRPr>
            </a:lvl1pPr>
            <a:lvl2pPr algn="l">
              <a:defRPr sz="2250" b="1">
                <a:solidFill>
                  <a:srgbClr val="102A43"/>
                </a:solidFill>
              </a:defRPr>
            </a:lvl2pPr>
            <a:lvl3pPr algn="l">
              <a:defRPr sz="2250" b="1">
                <a:solidFill>
                  <a:srgbClr val="102A43"/>
                </a:solidFill>
              </a:defRPr>
            </a:lvl3pPr>
            <a:lvl4pPr algn="l">
              <a:defRPr sz="2250" b="1">
                <a:solidFill>
                  <a:srgbClr val="102A43"/>
                </a:solidFill>
              </a:defRPr>
            </a:lvl4pPr>
            <a:lvl5pPr algn="l">
              <a:defRPr sz="2250" b="1">
                <a:solidFill>
                  <a:srgbClr val="102A43"/>
                </a:solidFill>
              </a:defRPr>
            </a:lvl5pPr>
            <a:lvl6pPr algn="l">
              <a:defRPr sz="2250" b="1">
                <a:solidFill>
                  <a:srgbClr val="102A43"/>
                </a:solidFill>
              </a:defRPr>
            </a:lvl6pPr>
            <a:lvl7pPr algn="l">
              <a:defRPr sz="2250" b="1">
                <a:solidFill>
                  <a:srgbClr val="102A43"/>
                </a:solidFill>
              </a:defRPr>
            </a:lvl7pPr>
            <a:lvl8pPr algn="l">
              <a:defRPr sz="2250" b="1">
                <a:solidFill>
                  <a:srgbClr val="102A43"/>
                </a:solidFill>
              </a:defRPr>
            </a:lvl8pPr>
            <a:lvl9pPr algn="l">
              <a:defRPr sz="2250" b="1">
                <a:solidFill>
                  <a:srgbClr val="102A43"/>
                </a:solidFill>
              </a:defRPr>
            </a:lvl9pPr>
          </a:lstStyle>
          <a:p xmlns:a="http://schemas.openxmlformats.org/drawingml/2006/main">
            <a:pPr algn="l">
              <a:lnSpc>
                <a:spcPct val="108000"/>
              </a:lnSpc>
              <a:buNone/>
              <a:defRPr sz="2250" b="1">
                <a:solidFill>
                  <a:srgbClr val="102A43"/>
                </a:solidFill>
              </a:defRPr>
            </a:pPr>
            <a:r>
              <a:rPr sz="2250" b="1">
                <a:solidFill>
                  <a:srgbClr val="102A43"/>
                </a:solidFill>
              </a:rPr>
              <a:t>Approved SAAR PDF</a:t>
            </a:r>
          </a:p>
        </p:txBody>
      </p:sp>
      <p:sp>
        <p:nvSpPr>
          <p:cNvPr id="13" name="">
            <a:extLst xmlns:a="http://schemas.openxmlformats.org/drawingml/2006/main">
              <a:ext uri="{FF2B5EF4-FFF2-40B4-BE49-F238E27FC236}">
                <a16:creationId xmlns:a16="http://schemas.microsoft.com/office/drawing/2014/main" id="{66FCB0A0-C8FD-4F7B-B2BD-4E633F9FF56E}"/>
              </a:ext>
            </a:extLst>
          </p:cNvPr>
          <p:cNvSpPr>
            <a:spLocks xmlns:a="http://schemas.openxmlformats.org/drawingml/2006/main" noGrp="1"/>
          </p:cNvSpPr>
          <p:nvPr/>
        </p:nvSpPr>
        <p:spPr>
          <a:xfrm xmlns:a="http://schemas.openxmlformats.org/drawingml/2006/main">
            <a:off x="6524625" y="27051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526777"/>
                </a:solidFill>
              </a:defRPr>
            </a:defPPr>
            <a:lvl1pPr algn="l">
              <a:defRPr sz="1650" b="0">
                <a:solidFill>
                  <a:srgbClr val="526777"/>
                </a:solidFill>
              </a:defRPr>
            </a:lvl1pPr>
            <a:lvl2pPr algn="l">
              <a:defRPr sz="1650" b="0">
                <a:solidFill>
                  <a:srgbClr val="526777"/>
                </a:solidFill>
              </a:defRPr>
            </a:lvl2pPr>
            <a:lvl3pPr algn="l">
              <a:defRPr sz="1650" b="0">
                <a:solidFill>
                  <a:srgbClr val="526777"/>
                </a:solidFill>
              </a:defRPr>
            </a:lvl3pPr>
            <a:lvl4pPr algn="l">
              <a:defRPr sz="1650" b="0">
                <a:solidFill>
                  <a:srgbClr val="526777"/>
                </a:solidFill>
              </a:defRPr>
            </a:lvl4pPr>
            <a:lvl5pPr algn="l">
              <a:defRPr sz="1650" b="0">
                <a:solidFill>
                  <a:srgbClr val="526777"/>
                </a:solidFill>
              </a:defRPr>
            </a:lvl5pPr>
            <a:lvl6pPr algn="l">
              <a:defRPr sz="1650" b="0">
                <a:solidFill>
                  <a:srgbClr val="526777"/>
                </a:solidFill>
              </a:defRPr>
            </a:lvl6pPr>
            <a:lvl7pPr algn="l">
              <a:defRPr sz="1650" b="0">
                <a:solidFill>
                  <a:srgbClr val="526777"/>
                </a:solidFill>
              </a:defRPr>
            </a:lvl7pPr>
            <a:lvl8pPr algn="l">
              <a:defRPr sz="1650" b="0">
                <a:solidFill>
                  <a:srgbClr val="526777"/>
                </a:solidFill>
              </a:defRPr>
            </a:lvl8pPr>
            <a:lvl9pPr algn="l">
              <a:defRPr sz="1650" b="0">
                <a:solidFill>
                  <a:srgbClr val="526777"/>
                </a:solidFill>
              </a:defRPr>
            </a:lvl9pPr>
          </a:lstStyle>
          <a:p xmlns:a="http://schemas.openxmlformats.org/drawingml/2006/main">
            <a:pPr algn="l">
              <a:lnSpc>
                <a:spcPct val="108000"/>
              </a:lnSpc>
              <a:buNone/>
              <a:defRPr sz="1650" b="0">
                <a:solidFill>
                  <a:srgbClr val="526777"/>
                </a:solidFill>
              </a:defRPr>
            </a:pPr>
            <a:r>
              <a:rPr sz="1650" b="0">
                <a:solidFill>
                  <a:srgbClr val="526777"/>
                </a:solidFill>
              </a:rPr>
              <a:t>Attach it for MBWin / Sky360:</a:t>
            </a:r>
          </a:p>
        </p:txBody>
      </p:sp>
      <p:sp>
        <p:nvSpPr>
          <p:cNvPr id="14" name="">
            <a:extLst xmlns:a="http://schemas.openxmlformats.org/drawingml/2006/main">
              <a:ext uri="{FF2B5EF4-FFF2-40B4-BE49-F238E27FC236}">
                <a16:creationId xmlns:a16="http://schemas.microsoft.com/office/drawing/2014/main" id="{69CB60B2-433B-4DC1-8BA1-6F6736EBF1C6}"/>
              </a:ext>
            </a:extLst>
          </p:cNvPr>
          <p:cNvSpPr>
            <a:spLocks xmlns:a="http://schemas.openxmlformats.org/drawingml/2006/main" noGrp="1"/>
          </p:cNvSpPr>
          <p:nvPr/>
        </p:nvSpPr>
        <p:spPr>
          <a:xfrm xmlns:a="http://schemas.openxmlformats.org/drawingml/2006/main">
            <a:off x="6610350" y="3267075"/>
            <a:ext cx="95250" cy="952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75999E-0341-4804-95DC-B21318DE75FC}"/>
              </a:ext>
            </a:extLst>
          </p:cNvPr>
          <p:cNvSpPr>
            <a:spLocks xmlns:a="http://schemas.openxmlformats.org/drawingml/2006/main" noGrp="1"/>
          </p:cNvSpPr>
          <p:nvPr/>
        </p:nvSpPr>
        <p:spPr>
          <a:xfrm xmlns:a="http://schemas.openxmlformats.org/drawingml/2006/main">
            <a:off x="6838950" y="31432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New user account request</a:t>
            </a:r>
          </a:p>
        </p:txBody>
      </p:sp>
      <p:sp>
        <p:nvSpPr>
          <p:cNvPr id="16" name="">
            <a:extLst xmlns:a="http://schemas.openxmlformats.org/drawingml/2006/main">
              <a:ext uri="{FF2B5EF4-FFF2-40B4-BE49-F238E27FC236}">
                <a16:creationId xmlns:a16="http://schemas.microsoft.com/office/drawing/2014/main" id="{0BF484DE-018B-47CE-9215-79638F04A924}"/>
              </a:ext>
            </a:extLst>
          </p:cNvPr>
          <p:cNvSpPr>
            <a:spLocks xmlns:a="http://schemas.openxmlformats.org/drawingml/2006/main" noGrp="1"/>
          </p:cNvSpPr>
          <p:nvPr/>
        </p:nvSpPr>
        <p:spPr>
          <a:xfrm xmlns:a="http://schemas.openxmlformats.org/drawingml/2006/main">
            <a:off x="6610350" y="3733800"/>
            <a:ext cx="95250" cy="952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F67473-4B7E-4952-9E11-65214DAFE8EC}"/>
              </a:ext>
            </a:extLst>
          </p:cNvPr>
          <p:cNvSpPr>
            <a:spLocks xmlns:a="http://schemas.openxmlformats.org/drawingml/2006/main" noGrp="1"/>
          </p:cNvSpPr>
          <p:nvPr/>
        </p:nvSpPr>
        <p:spPr>
          <a:xfrm xmlns:a="http://schemas.openxmlformats.org/drawingml/2006/main">
            <a:off x="6838950" y="3609975"/>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Password reset</a:t>
            </a:r>
          </a:p>
        </p:txBody>
      </p:sp>
      <p:sp>
        <p:nvSpPr>
          <p:cNvPr id="18" name="">
            <a:extLst xmlns:a="http://schemas.openxmlformats.org/drawingml/2006/main">
              <a:ext uri="{FF2B5EF4-FFF2-40B4-BE49-F238E27FC236}">
                <a16:creationId xmlns:a16="http://schemas.microsoft.com/office/drawing/2014/main" id="{A6DDCE51-E3E4-4379-B288-05FF353A6B5D}"/>
              </a:ext>
            </a:extLst>
          </p:cNvPr>
          <p:cNvSpPr>
            <a:spLocks xmlns:a="http://schemas.openxmlformats.org/drawingml/2006/main" noGrp="1"/>
          </p:cNvSpPr>
          <p:nvPr/>
        </p:nvSpPr>
        <p:spPr>
          <a:xfrm xmlns:a="http://schemas.openxmlformats.org/drawingml/2006/main">
            <a:off x="6610350" y="4200525"/>
            <a:ext cx="95250" cy="952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0D4A240-4417-48EE-8E3B-89B3B866DD99}"/>
              </a:ext>
            </a:extLst>
          </p:cNvPr>
          <p:cNvSpPr>
            <a:spLocks xmlns:a="http://schemas.openxmlformats.org/drawingml/2006/main" noGrp="1"/>
          </p:cNvSpPr>
          <p:nvPr/>
        </p:nvSpPr>
        <p:spPr>
          <a:xfrm xmlns:a="http://schemas.openxmlformats.org/drawingml/2006/main">
            <a:off x="6838950" y="407670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Teller role or function modification</a:t>
            </a:r>
          </a:p>
        </p:txBody>
      </p:sp>
      <p:sp>
        <p:nvSpPr>
          <p:cNvPr id="20" name="">
            <a:extLst xmlns:a="http://schemas.openxmlformats.org/drawingml/2006/main">
              <a:ext uri="{FF2B5EF4-FFF2-40B4-BE49-F238E27FC236}">
                <a16:creationId xmlns:a16="http://schemas.microsoft.com/office/drawing/2014/main" id="{D1ACCCBE-78DA-45EF-8607-349F2BFD2C66}"/>
              </a:ext>
            </a:extLst>
          </p:cNvPr>
          <p:cNvSpPr>
            <a:spLocks xmlns:a="http://schemas.openxmlformats.org/drawingml/2006/main" noGrp="1"/>
          </p:cNvSpPr>
          <p:nvPr/>
        </p:nvSpPr>
        <p:spPr>
          <a:xfrm xmlns:a="http://schemas.openxmlformats.org/drawingml/2006/main">
            <a:off x="857250" y="4705350"/>
            <a:ext cx="10144125" cy="800100"/>
          </a:xfrm>
          <a:prstGeom xmlns:a="http://schemas.openxmlformats.org/drawingml/2006/main" prst="rect">
            <a:avLst/>
          </a:prstGeom>
          <a:solidFill xmlns:a="http://schemas.openxmlformats.org/drawingml/2006/main">
            <a:srgbClr val="FFF1E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C434E6D-5C6D-48C7-83CB-0AD2A3A0C655}"/>
              </a:ext>
            </a:extLst>
          </p:cNvPr>
          <p:cNvSpPr>
            <a:spLocks xmlns:a="http://schemas.openxmlformats.org/drawingml/2006/main" noGrp="1"/>
          </p:cNvSpPr>
          <p:nvPr/>
        </p:nvSpPr>
        <p:spPr>
          <a:xfrm xmlns:a="http://schemas.openxmlformats.org/drawingml/2006/main">
            <a:off x="1123950" y="4829175"/>
            <a:ext cx="960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A43"/>
                </a:solidFill>
              </a:defRPr>
            </a:defPPr>
            <a:lvl1pPr algn="ctr">
              <a:defRPr sz="1575" b="1">
                <a:solidFill>
                  <a:srgbClr val="102A43"/>
                </a:solidFill>
              </a:defRPr>
            </a:lvl1pPr>
            <a:lvl2pPr algn="ctr">
              <a:defRPr sz="1575" b="1">
                <a:solidFill>
                  <a:srgbClr val="102A43"/>
                </a:solidFill>
              </a:defRPr>
            </a:lvl2pPr>
            <a:lvl3pPr algn="ctr">
              <a:defRPr sz="1575" b="1">
                <a:solidFill>
                  <a:srgbClr val="102A43"/>
                </a:solidFill>
              </a:defRPr>
            </a:lvl3pPr>
            <a:lvl4pPr algn="ctr">
              <a:defRPr sz="1575" b="1">
                <a:solidFill>
                  <a:srgbClr val="102A43"/>
                </a:solidFill>
              </a:defRPr>
            </a:lvl4pPr>
            <a:lvl5pPr algn="ctr">
              <a:defRPr sz="1575" b="1">
                <a:solidFill>
                  <a:srgbClr val="102A43"/>
                </a:solidFill>
              </a:defRPr>
            </a:lvl5pPr>
            <a:lvl6pPr algn="ctr">
              <a:defRPr sz="1575" b="1">
                <a:solidFill>
                  <a:srgbClr val="102A43"/>
                </a:solidFill>
              </a:defRPr>
            </a:lvl6pPr>
            <a:lvl7pPr algn="ctr">
              <a:defRPr sz="1575" b="1">
                <a:solidFill>
                  <a:srgbClr val="102A43"/>
                </a:solidFill>
              </a:defRPr>
            </a:lvl7pPr>
            <a:lvl8pPr algn="ctr">
              <a:defRPr sz="1575" b="1">
                <a:solidFill>
                  <a:srgbClr val="102A43"/>
                </a:solidFill>
              </a:defRPr>
            </a:lvl8pPr>
            <a:lvl9pPr algn="ctr">
              <a:defRPr sz="1575" b="1">
                <a:solidFill>
                  <a:srgbClr val="102A43"/>
                </a:solidFill>
              </a:defRPr>
            </a:lvl9pPr>
          </a:lstStyle>
          <a:p xmlns:a="http://schemas.openxmlformats.org/drawingml/2006/main">
            <a:pPr algn="ctr">
              <a:lnSpc>
                <a:spcPct val="108000"/>
              </a:lnSpc>
              <a:buNone/>
              <a:defRPr sz="1575" b="1">
                <a:solidFill>
                  <a:srgbClr val="102A43"/>
                </a:solidFill>
              </a:defRPr>
            </a:pPr>
            <a:r>
              <a:rPr sz="1575" b="1">
                <a:solidFill>
                  <a:srgbClr val="102A43"/>
                </a:solidFill>
              </a:rPr>
              <a:t>SAAR is not required for teller reactivation or teller expiry changes. The SAAR PDF limit is 4 MB.</a:t>
            </a:r>
          </a:p>
        </p:txBody>
      </p:sp>
    </p:spTree>
    <p:extLst>
      <p:ext uri="{BB962C8B-B14F-4D97-AF65-F5344CB8AC3E}">
        <p14:creationId xmlns:p14="http://schemas.microsoft.com/office/powerpoint/2010/main" val="692693982"/>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DAB263E-9260-4C31-926E-D6C71C6AC7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95AA30-8120-47E1-B3F0-50774002B02B}"/>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Review and confirm submission</a:t>
            </a:r>
          </a:p>
        </p:txBody>
      </p:sp>
      <p:sp>
        <p:nvSpPr>
          <p:cNvPr id="3" name="">
            <a:extLst xmlns:a="http://schemas.openxmlformats.org/drawingml/2006/main">
              <a:ext uri="{FF2B5EF4-FFF2-40B4-BE49-F238E27FC236}">
                <a16:creationId xmlns:a16="http://schemas.microsoft.com/office/drawing/2014/main" id="{68554713-95FB-4945-AA6F-1A73466856E3}"/>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A quick review catches missing details before the request goes to ICT.</a:t>
            </a:r>
          </a:p>
        </p:txBody>
      </p:sp>
      <p:sp>
        <p:nvSpPr>
          <p:cNvPr id="4" name="">
            <a:extLst xmlns:a="http://schemas.openxmlformats.org/drawingml/2006/main">
              <a:ext uri="{FF2B5EF4-FFF2-40B4-BE49-F238E27FC236}">
                <a16:creationId xmlns:a16="http://schemas.microsoft.com/office/drawing/2014/main" id="{2C2CFABF-21EF-4E51-B100-8EC2A37D478D}"/>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F26309-0292-4D6A-BE47-2FC28082761D}"/>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26385E86-1B14-4D1F-9889-F334FBBBC4B3}"/>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07</a:t>
            </a:r>
          </a:p>
        </p:txBody>
      </p:sp>
      <p:sp>
        <p:nvSpPr>
          <p:cNvPr id="7" name="">
            <a:extLst xmlns:a="http://schemas.openxmlformats.org/drawingml/2006/main">
              <a:ext uri="{FF2B5EF4-FFF2-40B4-BE49-F238E27FC236}">
                <a16:creationId xmlns:a16="http://schemas.microsoft.com/office/drawing/2014/main" id="{AEBCF5B2-9616-4881-8280-E3AC3DAA7B9C}"/>
              </a:ext>
            </a:extLst>
          </p:cNvPr>
          <p:cNvSpPr>
            <a:spLocks xmlns:a="http://schemas.openxmlformats.org/drawingml/2006/main" noGrp="1"/>
          </p:cNvSpPr>
          <p:nvPr/>
        </p:nvSpPr>
        <p:spPr>
          <a:xfrm xmlns:a="http://schemas.openxmlformats.org/drawingml/2006/main">
            <a:off x="885825" y="2333625"/>
            <a:ext cx="419100" cy="4191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347C9B-9A86-4B9B-8CCD-A8C27D203F1B}"/>
              </a:ext>
            </a:extLst>
          </p:cNvPr>
          <p:cNvSpPr>
            <a:spLocks xmlns:a="http://schemas.openxmlformats.org/drawingml/2006/main" noGrp="1"/>
          </p:cNvSpPr>
          <p:nvPr/>
        </p:nvSpPr>
        <p:spPr>
          <a:xfrm xmlns:a="http://schemas.openxmlformats.org/drawingml/2006/main">
            <a:off x="904875" y="2352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1</a:t>
            </a:r>
          </a:p>
        </p:txBody>
      </p:sp>
      <p:sp>
        <p:nvSpPr>
          <p:cNvPr id="9" name="">
            <a:extLst xmlns:a="http://schemas.openxmlformats.org/drawingml/2006/main">
              <a:ext uri="{FF2B5EF4-FFF2-40B4-BE49-F238E27FC236}">
                <a16:creationId xmlns:a16="http://schemas.microsoft.com/office/drawing/2014/main" id="{3C357ABA-3EB1-45AD-BF3A-B1D10A760BA3}"/>
              </a:ext>
            </a:extLst>
          </p:cNvPr>
          <p:cNvSpPr>
            <a:spLocks xmlns:a="http://schemas.openxmlformats.org/drawingml/2006/main" noGrp="1"/>
          </p:cNvSpPr>
          <p:nvPr/>
        </p:nvSpPr>
        <p:spPr>
          <a:xfrm xmlns:a="http://schemas.openxmlformats.org/drawingml/2006/main">
            <a:off x="1400175" y="22860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3E5C"/>
                </a:solidFill>
              </a:defRPr>
            </a:defPPr>
            <a:lvl1pPr algn="l">
              <a:defRPr sz="1800" b="1">
                <a:solidFill>
                  <a:srgbClr val="153E5C"/>
                </a:solidFill>
              </a:defRPr>
            </a:lvl1pPr>
            <a:lvl2pPr algn="l">
              <a:defRPr sz="1800" b="1">
                <a:solidFill>
                  <a:srgbClr val="153E5C"/>
                </a:solidFill>
              </a:defRPr>
            </a:lvl2pPr>
            <a:lvl3pPr algn="l">
              <a:defRPr sz="1800" b="1">
                <a:solidFill>
                  <a:srgbClr val="153E5C"/>
                </a:solidFill>
              </a:defRPr>
            </a:lvl3pPr>
            <a:lvl4pPr algn="l">
              <a:defRPr sz="1800" b="1">
                <a:solidFill>
                  <a:srgbClr val="153E5C"/>
                </a:solidFill>
              </a:defRPr>
            </a:lvl4pPr>
            <a:lvl5pPr algn="l">
              <a:defRPr sz="1800" b="1">
                <a:solidFill>
                  <a:srgbClr val="153E5C"/>
                </a:solidFill>
              </a:defRPr>
            </a:lvl5pPr>
            <a:lvl6pPr algn="l">
              <a:defRPr sz="1800" b="1">
                <a:solidFill>
                  <a:srgbClr val="153E5C"/>
                </a:solidFill>
              </a:defRPr>
            </a:lvl6pPr>
            <a:lvl7pPr algn="l">
              <a:defRPr sz="1800" b="1">
                <a:solidFill>
                  <a:srgbClr val="153E5C"/>
                </a:solidFill>
              </a:defRPr>
            </a:lvl7pPr>
            <a:lvl8pPr algn="l">
              <a:defRPr sz="1800" b="1">
                <a:solidFill>
                  <a:srgbClr val="153E5C"/>
                </a:solidFill>
              </a:defRPr>
            </a:lvl8pPr>
            <a:lvl9pPr algn="l">
              <a:defRPr sz="1800" b="1">
                <a:solidFill>
                  <a:srgbClr val="153E5C"/>
                </a:solidFill>
              </a:defRPr>
            </a:lvl9pPr>
          </a:lstStyle>
          <a:p xmlns:a="http://schemas.openxmlformats.org/drawingml/2006/main">
            <a:pPr algn="l">
              <a:lnSpc>
                <a:spcPct val="108000"/>
              </a:lnSpc>
              <a:buNone/>
              <a:defRPr sz="1800" b="1">
                <a:solidFill>
                  <a:srgbClr val="153E5C"/>
                </a:solidFill>
              </a:defRPr>
            </a:pPr>
            <a:r>
              <a:rPr sz="1800" b="1">
                <a:solidFill>
                  <a:srgbClr val="153E5C"/>
                </a:solidFill>
              </a:rPr>
              <a:t>Submit Ticket</a:t>
            </a:r>
          </a:p>
        </p:txBody>
      </p:sp>
      <p:sp>
        <p:nvSpPr>
          <p:cNvPr id="10" name="">
            <a:extLst xmlns:a="http://schemas.openxmlformats.org/drawingml/2006/main">
              <a:ext uri="{FF2B5EF4-FFF2-40B4-BE49-F238E27FC236}">
                <a16:creationId xmlns:a16="http://schemas.microsoft.com/office/drawing/2014/main" id="{2E2C0544-3632-4446-86D0-A31C84519B9F}"/>
              </a:ext>
            </a:extLst>
          </p:cNvPr>
          <p:cNvSpPr>
            <a:spLocks xmlns:a="http://schemas.openxmlformats.org/drawingml/2006/main" noGrp="1"/>
          </p:cNvSpPr>
          <p:nvPr/>
        </p:nvSpPr>
        <p:spPr>
          <a:xfrm xmlns:a="http://schemas.openxmlformats.org/drawingml/2006/main">
            <a:off x="1400175" y="306705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Start validation</a:t>
            </a:r>
          </a:p>
        </p:txBody>
      </p:sp>
      <p:sp>
        <p:nvSpPr>
          <p:cNvPr id="11" name="">
            <a:extLst xmlns:a="http://schemas.openxmlformats.org/drawingml/2006/main">
              <a:ext uri="{FF2B5EF4-FFF2-40B4-BE49-F238E27FC236}">
                <a16:creationId xmlns:a16="http://schemas.microsoft.com/office/drawing/2014/main" id="{C47CB6E5-078B-4B94-93A7-6D8744812513}"/>
              </a:ext>
            </a:extLst>
          </p:cNvPr>
          <p:cNvSpPr>
            <a:spLocks xmlns:a="http://schemas.openxmlformats.org/drawingml/2006/main" noGrp="1"/>
          </p:cNvSpPr>
          <p:nvPr/>
        </p:nvSpPr>
        <p:spPr>
          <a:xfrm xmlns:a="http://schemas.openxmlformats.org/drawingml/2006/main">
            <a:off x="3286125" y="2514600"/>
            <a:ext cx="314325" cy="28575"/>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71F3E2-B7A6-4FAF-AA4E-1B01390374BE}"/>
              </a:ext>
            </a:extLst>
          </p:cNvPr>
          <p:cNvSpPr>
            <a:spLocks xmlns:a="http://schemas.openxmlformats.org/drawingml/2006/main" noGrp="1"/>
          </p:cNvSpPr>
          <p:nvPr/>
        </p:nvSpPr>
        <p:spPr>
          <a:xfrm xmlns:a="http://schemas.openxmlformats.org/drawingml/2006/main">
            <a:off x="3648075" y="2333625"/>
            <a:ext cx="419100" cy="4191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158FFCE-88B4-4BCC-9D03-B9046F2814F6}"/>
              </a:ext>
            </a:extLst>
          </p:cNvPr>
          <p:cNvSpPr>
            <a:spLocks xmlns:a="http://schemas.openxmlformats.org/drawingml/2006/main" noGrp="1"/>
          </p:cNvSpPr>
          <p:nvPr/>
        </p:nvSpPr>
        <p:spPr>
          <a:xfrm xmlns:a="http://schemas.openxmlformats.org/drawingml/2006/main">
            <a:off x="3667125" y="2352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2</a:t>
            </a:r>
          </a:p>
        </p:txBody>
      </p:sp>
      <p:sp>
        <p:nvSpPr>
          <p:cNvPr id="14" name="">
            <a:extLst xmlns:a="http://schemas.openxmlformats.org/drawingml/2006/main">
              <a:ext uri="{FF2B5EF4-FFF2-40B4-BE49-F238E27FC236}">
                <a16:creationId xmlns:a16="http://schemas.microsoft.com/office/drawing/2014/main" id="{858F36B3-4CBA-498A-BDDA-993979383115}"/>
              </a:ext>
            </a:extLst>
          </p:cNvPr>
          <p:cNvSpPr>
            <a:spLocks xmlns:a="http://schemas.openxmlformats.org/drawingml/2006/main" noGrp="1"/>
          </p:cNvSpPr>
          <p:nvPr/>
        </p:nvSpPr>
        <p:spPr>
          <a:xfrm xmlns:a="http://schemas.openxmlformats.org/drawingml/2006/main">
            <a:off x="4162425" y="22860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3E5C"/>
                </a:solidFill>
              </a:defRPr>
            </a:defPPr>
            <a:lvl1pPr algn="l">
              <a:defRPr sz="1800" b="1">
                <a:solidFill>
                  <a:srgbClr val="153E5C"/>
                </a:solidFill>
              </a:defRPr>
            </a:lvl1pPr>
            <a:lvl2pPr algn="l">
              <a:defRPr sz="1800" b="1">
                <a:solidFill>
                  <a:srgbClr val="153E5C"/>
                </a:solidFill>
              </a:defRPr>
            </a:lvl2pPr>
            <a:lvl3pPr algn="l">
              <a:defRPr sz="1800" b="1">
                <a:solidFill>
                  <a:srgbClr val="153E5C"/>
                </a:solidFill>
              </a:defRPr>
            </a:lvl3pPr>
            <a:lvl4pPr algn="l">
              <a:defRPr sz="1800" b="1">
                <a:solidFill>
                  <a:srgbClr val="153E5C"/>
                </a:solidFill>
              </a:defRPr>
            </a:lvl4pPr>
            <a:lvl5pPr algn="l">
              <a:defRPr sz="1800" b="1">
                <a:solidFill>
                  <a:srgbClr val="153E5C"/>
                </a:solidFill>
              </a:defRPr>
            </a:lvl5pPr>
            <a:lvl6pPr algn="l">
              <a:defRPr sz="1800" b="1">
                <a:solidFill>
                  <a:srgbClr val="153E5C"/>
                </a:solidFill>
              </a:defRPr>
            </a:lvl6pPr>
            <a:lvl7pPr algn="l">
              <a:defRPr sz="1800" b="1">
                <a:solidFill>
                  <a:srgbClr val="153E5C"/>
                </a:solidFill>
              </a:defRPr>
            </a:lvl7pPr>
            <a:lvl8pPr algn="l">
              <a:defRPr sz="1800" b="1">
                <a:solidFill>
                  <a:srgbClr val="153E5C"/>
                </a:solidFill>
              </a:defRPr>
            </a:lvl8pPr>
            <a:lvl9pPr algn="l">
              <a:defRPr sz="1800" b="1">
                <a:solidFill>
                  <a:srgbClr val="153E5C"/>
                </a:solidFill>
              </a:defRPr>
            </a:lvl9pPr>
          </a:lstStyle>
          <a:p xmlns:a="http://schemas.openxmlformats.org/drawingml/2006/main">
            <a:pPr algn="l">
              <a:lnSpc>
                <a:spcPct val="108000"/>
              </a:lnSpc>
              <a:buNone/>
              <a:defRPr sz="1800" b="1">
                <a:solidFill>
                  <a:srgbClr val="153E5C"/>
                </a:solidFill>
              </a:defRPr>
            </a:pPr>
            <a:r>
              <a:rPr sz="1800" b="1">
                <a:solidFill>
                  <a:srgbClr val="153E5C"/>
                </a:solidFill>
              </a:rPr>
              <a:t>Review impact</a:t>
            </a:r>
          </a:p>
        </p:txBody>
      </p:sp>
      <p:sp>
        <p:nvSpPr>
          <p:cNvPr id="15" name="">
            <a:extLst xmlns:a="http://schemas.openxmlformats.org/drawingml/2006/main">
              <a:ext uri="{FF2B5EF4-FFF2-40B4-BE49-F238E27FC236}">
                <a16:creationId xmlns:a16="http://schemas.microsoft.com/office/drawing/2014/main" id="{A193F24A-27AE-4B97-A1AD-B698BD44C5F1}"/>
              </a:ext>
            </a:extLst>
          </p:cNvPr>
          <p:cNvSpPr>
            <a:spLocks xmlns:a="http://schemas.openxmlformats.org/drawingml/2006/main" noGrp="1"/>
          </p:cNvSpPr>
          <p:nvPr/>
        </p:nvSpPr>
        <p:spPr>
          <a:xfrm xmlns:a="http://schemas.openxmlformats.org/drawingml/2006/main">
            <a:off x="4162425" y="306705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Calculated automatically</a:t>
            </a:r>
          </a:p>
        </p:txBody>
      </p:sp>
      <p:sp>
        <p:nvSpPr>
          <p:cNvPr id="16" name="">
            <a:extLst xmlns:a="http://schemas.openxmlformats.org/drawingml/2006/main">
              <a:ext uri="{FF2B5EF4-FFF2-40B4-BE49-F238E27FC236}">
                <a16:creationId xmlns:a16="http://schemas.microsoft.com/office/drawing/2014/main" id="{C421661B-5D4E-4635-8C6D-590D4AD5BC50}"/>
              </a:ext>
            </a:extLst>
          </p:cNvPr>
          <p:cNvSpPr>
            <a:spLocks xmlns:a="http://schemas.openxmlformats.org/drawingml/2006/main" noGrp="1"/>
          </p:cNvSpPr>
          <p:nvPr/>
        </p:nvSpPr>
        <p:spPr>
          <a:xfrm xmlns:a="http://schemas.openxmlformats.org/drawingml/2006/main">
            <a:off x="6048375" y="2514600"/>
            <a:ext cx="314325" cy="28575"/>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B982AC3-7466-4661-8055-50E9CFDB614F}"/>
              </a:ext>
            </a:extLst>
          </p:cNvPr>
          <p:cNvSpPr>
            <a:spLocks xmlns:a="http://schemas.openxmlformats.org/drawingml/2006/main" noGrp="1"/>
          </p:cNvSpPr>
          <p:nvPr/>
        </p:nvSpPr>
        <p:spPr>
          <a:xfrm xmlns:a="http://schemas.openxmlformats.org/drawingml/2006/main">
            <a:off x="6410325" y="2333625"/>
            <a:ext cx="419100" cy="41910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1409BA1-FCB2-42A6-B48E-AF89B1AEE1E0}"/>
              </a:ext>
            </a:extLst>
          </p:cNvPr>
          <p:cNvSpPr>
            <a:spLocks xmlns:a="http://schemas.openxmlformats.org/drawingml/2006/main" noGrp="1"/>
          </p:cNvSpPr>
          <p:nvPr/>
        </p:nvSpPr>
        <p:spPr>
          <a:xfrm xmlns:a="http://schemas.openxmlformats.org/drawingml/2006/main">
            <a:off x="6429375" y="2352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3</a:t>
            </a:r>
          </a:p>
        </p:txBody>
      </p:sp>
      <p:sp>
        <p:nvSpPr>
          <p:cNvPr id="19" name="">
            <a:extLst xmlns:a="http://schemas.openxmlformats.org/drawingml/2006/main">
              <a:ext uri="{FF2B5EF4-FFF2-40B4-BE49-F238E27FC236}">
                <a16:creationId xmlns:a16="http://schemas.microsoft.com/office/drawing/2014/main" id="{3934B4CC-9537-43EB-BE07-84B785654676}"/>
              </a:ext>
            </a:extLst>
          </p:cNvPr>
          <p:cNvSpPr>
            <a:spLocks xmlns:a="http://schemas.openxmlformats.org/drawingml/2006/main" noGrp="1"/>
          </p:cNvSpPr>
          <p:nvPr/>
        </p:nvSpPr>
        <p:spPr>
          <a:xfrm xmlns:a="http://schemas.openxmlformats.org/drawingml/2006/main">
            <a:off x="6924675" y="22860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3E5C"/>
                </a:solidFill>
              </a:defRPr>
            </a:defPPr>
            <a:lvl1pPr algn="l">
              <a:defRPr sz="1800" b="1">
                <a:solidFill>
                  <a:srgbClr val="153E5C"/>
                </a:solidFill>
              </a:defRPr>
            </a:lvl1pPr>
            <a:lvl2pPr algn="l">
              <a:defRPr sz="1800" b="1">
                <a:solidFill>
                  <a:srgbClr val="153E5C"/>
                </a:solidFill>
              </a:defRPr>
            </a:lvl2pPr>
            <a:lvl3pPr algn="l">
              <a:defRPr sz="1800" b="1">
                <a:solidFill>
                  <a:srgbClr val="153E5C"/>
                </a:solidFill>
              </a:defRPr>
            </a:lvl3pPr>
            <a:lvl4pPr algn="l">
              <a:defRPr sz="1800" b="1">
                <a:solidFill>
                  <a:srgbClr val="153E5C"/>
                </a:solidFill>
              </a:defRPr>
            </a:lvl4pPr>
            <a:lvl5pPr algn="l">
              <a:defRPr sz="1800" b="1">
                <a:solidFill>
                  <a:srgbClr val="153E5C"/>
                </a:solidFill>
              </a:defRPr>
            </a:lvl5pPr>
            <a:lvl6pPr algn="l">
              <a:defRPr sz="1800" b="1">
                <a:solidFill>
                  <a:srgbClr val="153E5C"/>
                </a:solidFill>
              </a:defRPr>
            </a:lvl6pPr>
            <a:lvl7pPr algn="l">
              <a:defRPr sz="1800" b="1">
                <a:solidFill>
                  <a:srgbClr val="153E5C"/>
                </a:solidFill>
              </a:defRPr>
            </a:lvl7pPr>
            <a:lvl8pPr algn="l">
              <a:defRPr sz="1800" b="1">
                <a:solidFill>
                  <a:srgbClr val="153E5C"/>
                </a:solidFill>
              </a:defRPr>
            </a:lvl8pPr>
            <a:lvl9pPr algn="l">
              <a:defRPr sz="1800" b="1">
                <a:solidFill>
                  <a:srgbClr val="153E5C"/>
                </a:solidFill>
              </a:defRPr>
            </a:lvl9pPr>
          </a:lstStyle>
          <a:p xmlns:a="http://schemas.openxmlformats.org/drawingml/2006/main">
            <a:pPr algn="l">
              <a:lnSpc>
                <a:spcPct val="108000"/>
              </a:lnSpc>
              <a:buNone/>
              <a:defRPr sz="1800" b="1">
                <a:solidFill>
                  <a:srgbClr val="153E5C"/>
                </a:solidFill>
              </a:defRPr>
            </a:pPr>
            <a:r>
              <a:rPr sz="1800" b="1">
                <a:solidFill>
                  <a:srgbClr val="153E5C"/>
                </a:solidFill>
              </a:rPr>
              <a:t>Confirm Submission</a:t>
            </a:r>
          </a:p>
        </p:txBody>
      </p:sp>
      <p:sp>
        <p:nvSpPr>
          <p:cNvPr id="20" name="">
            <a:extLst xmlns:a="http://schemas.openxmlformats.org/drawingml/2006/main">
              <a:ext uri="{FF2B5EF4-FFF2-40B4-BE49-F238E27FC236}">
                <a16:creationId xmlns:a16="http://schemas.microsoft.com/office/drawing/2014/main" id="{61C3C076-8F94-4C44-9EC8-F30FFD1A933D}"/>
              </a:ext>
            </a:extLst>
          </p:cNvPr>
          <p:cNvSpPr>
            <a:spLocks xmlns:a="http://schemas.openxmlformats.org/drawingml/2006/main" noGrp="1"/>
          </p:cNvSpPr>
          <p:nvPr/>
        </p:nvSpPr>
        <p:spPr>
          <a:xfrm xmlns:a="http://schemas.openxmlformats.org/drawingml/2006/main">
            <a:off x="6924675" y="306705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Send the request</a:t>
            </a:r>
          </a:p>
        </p:txBody>
      </p:sp>
      <p:sp>
        <p:nvSpPr>
          <p:cNvPr id="21" name="">
            <a:extLst xmlns:a="http://schemas.openxmlformats.org/drawingml/2006/main">
              <a:ext uri="{FF2B5EF4-FFF2-40B4-BE49-F238E27FC236}">
                <a16:creationId xmlns:a16="http://schemas.microsoft.com/office/drawing/2014/main" id="{7C500BF8-F1B2-4A66-9B73-DEBD7EE90873}"/>
              </a:ext>
            </a:extLst>
          </p:cNvPr>
          <p:cNvSpPr>
            <a:spLocks xmlns:a="http://schemas.openxmlformats.org/drawingml/2006/main" noGrp="1"/>
          </p:cNvSpPr>
          <p:nvPr/>
        </p:nvSpPr>
        <p:spPr>
          <a:xfrm xmlns:a="http://schemas.openxmlformats.org/drawingml/2006/main">
            <a:off x="8810625" y="2514600"/>
            <a:ext cx="314325" cy="28575"/>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A5E0084-73BD-4A01-8C5F-24775E36E85B}"/>
              </a:ext>
            </a:extLst>
          </p:cNvPr>
          <p:cNvSpPr>
            <a:spLocks xmlns:a="http://schemas.openxmlformats.org/drawingml/2006/main" noGrp="1"/>
          </p:cNvSpPr>
          <p:nvPr/>
        </p:nvSpPr>
        <p:spPr>
          <a:xfrm xmlns:a="http://schemas.openxmlformats.org/drawingml/2006/main">
            <a:off x="9172575" y="2333625"/>
            <a:ext cx="419100" cy="41910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96D5BD0-6AF9-433B-8967-66BFB9D7A066}"/>
              </a:ext>
            </a:extLst>
          </p:cNvPr>
          <p:cNvSpPr>
            <a:spLocks xmlns:a="http://schemas.openxmlformats.org/drawingml/2006/main" noGrp="1"/>
          </p:cNvSpPr>
          <p:nvPr/>
        </p:nvSpPr>
        <p:spPr>
          <a:xfrm xmlns:a="http://schemas.openxmlformats.org/drawingml/2006/main">
            <a:off x="9191625" y="2352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4</a:t>
            </a:r>
          </a:p>
        </p:txBody>
      </p:sp>
      <p:sp>
        <p:nvSpPr>
          <p:cNvPr id="24" name="">
            <a:extLst xmlns:a="http://schemas.openxmlformats.org/drawingml/2006/main">
              <a:ext uri="{FF2B5EF4-FFF2-40B4-BE49-F238E27FC236}">
                <a16:creationId xmlns:a16="http://schemas.microsoft.com/office/drawing/2014/main" id="{A6265377-2AA9-41D5-BFBC-A716B1639EAA}"/>
              </a:ext>
            </a:extLst>
          </p:cNvPr>
          <p:cNvSpPr>
            <a:spLocks xmlns:a="http://schemas.openxmlformats.org/drawingml/2006/main" noGrp="1"/>
          </p:cNvSpPr>
          <p:nvPr/>
        </p:nvSpPr>
        <p:spPr>
          <a:xfrm xmlns:a="http://schemas.openxmlformats.org/drawingml/2006/main">
            <a:off x="9686925" y="22860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3E5C"/>
                </a:solidFill>
              </a:defRPr>
            </a:defPPr>
            <a:lvl1pPr algn="l">
              <a:defRPr sz="1800" b="1">
                <a:solidFill>
                  <a:srgbClr val="153E5C"/>
                </a:solidFill>
              </a:defRPr>
            </a:lvl1pPr>
            <a:lvl2pPr algn="l">
              <a:defRPr sz="1800" b="1">
                <a:solidFill>
                  <a:srgbClr val="153E5C"/>
                </a:solidFill>
              </a:defRPr>
            </a:lvl2pPr>
            <a:lvl3pPr algn="l">
              <a:defRPr sz="1800" b="1">
                <a:solidFill>
                  <a:srgbClr val="153E5C"/>
                </a:solidFill>
              </a:defRPr>
            </a:lvl3pPr>
            <a:lvl4pPr algn="l">
              <a:defRPr sz="1800" b="1">
                <a:solidFill>
                  <a:srgbClr val="153E5C"/>
                </a:solidFill>
              </a:defRPr>
            </a:lvl4pPr>
            <a:lvl5pPr algn="l">
              <a:defRPr sz="1800" b="1">
                <a:solidFill>
                  <a:srgbClr val="153E5C"/>
                </a:solidFill>
              </a:defRPr>
            </a:lvl5pPr>
            <a:lvl6pPr algn="l">
              <a:defRPr sz="1800" b="1">
                <a:solidFill>
                  <a:srgbClr val="153E5C"/>
                </a:solidFill>
              </a:defRPr>
            </a:lvl6pPr>
            <a:lvl7pPr algn="l">
              <a:defRPr sz="1800" b="1">
                <a:solidFill>
                  <a:srgbClr val="153E5C"/>
                </a:solidFill>
              </a:defRPr>
            </a:lvl7pPr>
            <a:lvl8pPr algn="l">
              <a:defRPr sz="1800" b="1">
                <a:solidFill>
                  <a:srgbClr val="153E5C"/>
                </a:solidFill>
              </a:defRPr>
            </a:lvl8pPr>
            <a:lvl9pPr algn="l">
              <a:defRPr sz="1800" b="1">
                <a:solidFill>
                  <a:srgbClr val="153E5C"/>
                </a:solidFill>
              </a:defRPr>
            </a:lvl9pPr>
          </a:lstStyle>
          <a:p xmlns:a="http://schemas.openxmlformats.org/drawingml/2006/main">
            <a:pPr algn="l">
              <a:lnSpc>
                <a:spcPct val="108000"/>
              </a:lnSpc>
              <a:buNone/>
              <a:defRPr sz="1800" b="1">
                <a:solidFill>
                  <a:srgbClr val="153E5C"/>
                </a:solidFill>
              </a:defRPr>
            </a:pPr>
            <a:r>
              <a:rPr sz="1800" b="1">
                <a:solidFill>
                  <a:srgbClr val="153E5C"/>
                </a:solidFill>
              </a:rPr>
              <a:t>Success message</a:t>
            </a:r>
          </a:p>
        </p:txBody>
      </p:sp>
      <p:sp>
        <p:nvSpPr>
          <p:cNvPr id="25" name="">
            <a:extLst xmlns:a="http://schemas.openxmlformats.org/drawingml/2006/main">
              <a:ext uri="{FF2B5EF4-FFF2-40B4-BE49-F238E27FC236}">
                <a16:creationId xmlns:a16="http://schemas.microsoft.com/office/drawing/2014/main" id="{233F7B75-7F46-4087-92C0-FF52DBA59398}"/>
              </a:ext>
            </a:extLst>
          </p:cNvPr>
          <p:cNvSpPr>
            <a:spLocks xmlns:a="http://schemas.openxmlformats.org/drawingml/2006/main" noGrp="1"/>
          </p:cNvSpPr>
          <p:nvPr/>
        </p:nvSpPr>
        <p:spPr>
          <a:xfrm xmlns:a="http://schemas.openxmlformats.org/drawingml/2006/main">
            <a:off x="9686925" y="306705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Ticket appears in My Tickets</a:t>
            </a:r>
          </a:p>
        </p:txBody>
      </p:sp>
      <p:sp>
        <p:nvSpPr>
          <p:cNvPr id="26" name="">
            <a:extLst xmlns:a="http://schemas.openxmlformats.org/drawingml/2006/main">
              <a:ext uri="{FF2B5EF4-FFF2-40B4-BE49-F238E27FC236}">
                <a16:creationId xmlns:a16="http://schemas.microsoft.com/office/drawing/2014/main" id="{2A19E900-D811-4716-AD1E-9B136F2E263A}"/>
              </a:ext>
            </a:extLst>
          </p:cNvPr>
          <p:cNvSpPr>
            <a:spLocks xmlns:a="http://schemas.openxmlformats.org/drawingml/2006/main" noGrp="1"/>
          </p:cNvSpPr>
          <p:nvPr/>
        </p:nvSpPr>
        <p:spPr>
          <a:xfrm xmlns:a="http://schemas.openxmlformats.org/drawingml/2006/main">
            <a:off x="1333500" y="4371975"/>
            <a:ext cx="9525000" cy="914400"/>
          </a:xfrm>
          <a:prstGeom xmlns:a="http://schemas.openxmlformats.org/drawingml/2006/main" prst="rect">
            <a:avLst/>
          </a:prstGeom>
          <a:solidFill xmlns:a="http://schemas.openxmlformats.org/drawingml/2006/main">
            <a:srgbClr val="DDF3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1C6FE0E-7FFF-4AEC-9F14-C809E8BBC844}"/>
              </a:ext>
            </a:extLst>
          </p:cNvPr>
          <p:cNvSpPr>
            <a:spLocks xmlns:a="http://schemas.openxmlformats.org/drawingml/2006/main" noGrp="1"/>
          </p:cNvSpPr>
          <p:nvPr/>
        </p:nvSpPr>
        <p:spPr>
          <a:xfrm xmlns:a="http://schemas.openxmlformats.org/drawingml/2006/main">
            <a:off x="1600200" y="44672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3E5C"/>
                </a:solidFill>
              </a:defRPr>
            </a:defPPr>
            <a:lvl1pPr algn="l">
              <a:defRPr sz="1800" b="1">
                <a:solidFill>
                  <a:srgbClr val="153E5C"/>
                </a:solidFill>
              </a:defRPr>
            </a:lvl1pPr>
            <a:lvl2pPr algn="l">
              <a:defRPr sz="1800" b="1">
                <a:solidFill>
                  <a:srgbClr val="153E5C"/>
                </a:solidFill>
              </a:defRPr>
            </a:lvl2pPr>
            <a:lvl3pPr algn="l">
              <a:defRPr sz="1800" b="1">
                <a:solidFill>
                  <a:srgbClr val="153E5C"/>
                </a:solidFill>
              </a:defRPr>
            </a:lvl3pPr>
            <a:lvl4pPr algn="l">
              <a:defRPr sz="1800" b="1">
                <a:solidFill>
                  <a:srgbClr val="153E5C"/>
                </a:solidFill>
              </a:defRPr>
            </a:lvl4pPr>
            <a:lvl5pPr algn="l">
              <a:defRPr sz="1800" b="1">
                <a:solidFill>
                  <a:srgbClr val="153E5C"/>
                </a:solidFill>
              </a:defRPr>
            </a:lvl5pPr>
            <a:lvl6pPr algn="l">
              <a:defRPr sz="1800" b="1">
                <a:solidFill>
                  <a:srgbClr val="153E5C"/>
                </a:solidFill>
              </a:defRPr>
            </a:lvl6pPr>
            <a:lvl7pPr algn="l">
              <a:defRPr sz="1800" b="1">
                <a:solidFill>
                  <a:srgbClr val="153E5C"/>
                </a:solidFill>
              </a:defRPr>
            </a:lvl7pPr>
            <a:lvl8pPr algn="l">
              <a:defRPr sz="1800" b="1">
                <a:solidFill>
                  <a:srgbClr val="153E5C"/>
                </a:solidFill>
              </a:defRPr>
            </a:lvl8pPr>
            <a:lvl9pPr algn="l">
              <a:defRPr sz="1800" b="1">
                <a:solidFill>
                  <a:srgbClr val="153E5C"/>
                </a:solidFill>
              </a:defRPr>
            </a:lvl9pPr>
          </a:lstStyle>
          <a:p xmlns:a="http://schemas.openxmlformats.org/drawingml/2006/main">
            <a:pPr algn="l">
              <a:lnSpc>
                <a:spcPct val="108000"/>
              </a:lnSpc>
              <a:buNone/>
              <a:defRPr sz="1800" b="1">
                <a:solidFill>
                  <a:srgbClr val="153E5C"/>
                </a:solidFill>
              </a:defRPr>
            </a:pPr>
            <a:r>
              <a:rPr sz="1800" b="1">
                <a:solidFill>
                  <a:srgbClr val="153E5C"/>
                </a:solidFill>
              </a:rPr>
              <a:t>Impact level is automatic</a:t>
            </a:r>
          </a:p>
        </p:txBody>
      </p:sp>
      <p:sp>
        <p:nvSpPr>
          <p:cNvPr id="28" name="">
            <a:extLst xmlns:a="http://schemas.openxmlformats.org/drawingml/2006/main">
              <a:ext uri="{FF2B5EF4-FFF2-40B4-BE49-F238E27FC236}">
                <a16:creationId xmlns:a16="http://schemas.microsoft.com/office/drawing/2014/main" id="{6A57BB18-6FCC-407B-8547-2B8C8464EC4A}"/>
              </a:ext>
            </a:extLst>
          </p:cNvPr>
          <p:cNvSpPr>
            <a:spLocks xmlns:a="http://schemas.openxmlformats.org/drawingml/2006/main" noGrp="1"/>
          </p:cNvSpPr>
          <p:nvPr/>
        </p:nvSpPr>
        <p:spPr>
          <a:xfrm xmlns:a="http://schemas.openxmlformats.org/drawingml/2006/main">
            <a:off x="1600200" y="48387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02A43"/>
                </a:solidFill>
              </a:defRPr>
            </a:defPPr>
            <a:lvl1pPr algn="l">
              <a:defRPr sz="1500" b="0">
                <a:solidFill>
                  <a:srgbClr val="102A43"/>
                </a:solidFill>
              </a:defRPr>
            </a:lvl1pPr>
            <a:lvl2pPr algn="l">
              <a:defRPr sz="1500" b="0">
                <a:solidFill>
                  <a:srgbClr val="102A43"/>
                </a:solidFill>
              </a:defRPr>
            </a:lvl2pPr>
            <a:lvl3pPr algn="l">
              <a:defRPr sz="1500" b="0">
                <a:solidFill>
                  <a:srgbClr val="102A43"/>
                </a:solidFill>
              </a:defRPr>
            </a:lvl3pPr>
            <a:lvl4pPr algn="l">
              <a:defRPr sz="1500" b="0">
                <a:solidFill>
                  <a:srgbClr val="102A43"/>
                </a:solidFill>
              </a:defRPr>
            </a:lvl4pPr>
            <a:lvl5pPr algn="l">
              <a:defRPr sz="1500" b="0">
                <a:solidFill>
                  <a:srgbClr val="102A43"/>
                </a:solidFill>
              </a:defRPr>
            </a:lvl5pPr>
            <a:lvl6pPr algn="l">
              <a:defRPr sz="1500" b="0">
                <a:solidFill>
                  <a:srgbClr val="102A43"/>
                </a:solidFill>
              </a:defRPr>
            </a:lvl6pPr>
            <a:lvl7pPr algn="l">
              <a:defRPr sz="1500" b="0">
                <a:solidFill>
                  <a:srgbClr val="102A43"/>
                </a:solidFill>
              </a:defRPr>
            </a:lvl7pPr>
            <a:lvl8pPr algn="l">
              <a:defRPr sz="1500" b="0">
                <a:solidFill>
                  <a:srgbClr val="102A43"/>
                </a:solidFill>
              </a:defRPr>
            </a:lvl8pPr>
            <a:lvl9pPr algn="l">
              <a:defRPr sz="1500" b="0">
                <a:solidFill>
                  <a:srgbClr val="102A43"/>
                </a:solidFill>
              </a:defRPr>
            </a:lvl9pPr>
          </a:lstStyle>
          <a:p xmlns:a="http://schemas.openxmlformats.org/drawingml/2006/main">
            <a:pPr algn="l">
              <a:lnSpc>
                <a:spcPct val="108000"/>
              </a:lnSpc>
              <a:buNone/>
              <a:defRPr sz="1500" b="0">
                <a:solidFill>
                  <a:srgbClr val="102A43"/>
                </a:solidFill>
              </a:defRPr>
            </a:pPr>
            <a:r>
              <a:rPr sz="1500" b="0">
                <a:solidFill>
                  <a:srgbClr val="102A43"/>
                </a:solidFill>
              </a:rPr>
              <a:t>The selected category and concern type determine the displayed level.</a:t>
            </a:r>
          </a:p>
        </p:txBody>
      </p:sp>
    </p:spTree>
    <p:extLst>
      <p:ext uri="{BB962C8B-B14F-4D97-AF65-F5344CB8AC3E}">
        <p14:creationId xmlns:p14="http://schemas.microsoft.com/office/powerpoint/2010/main" val="1004969665"/>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D6C33BC-626A-426F-A292-E26822FE275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D62E297-8C85-4995-88FE-11550848CE37}"/>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My Tickets: follow the request</a:t>
            </a:r>
          </a:p>
        </p:txBody>
      </p:sp>
      <p:sp>
        <p:nvSpPr>
          <p:cNvPr id="3" name="">
            <a:extLst xmlns:a="http://schemas.openxmlformats.org/drawingml/2006/main">
              <a:ext uri="{FF2B5EF4-FFF2-40B4-BE49-F238E27FC236}">
                <a16:creationId xmlns:a16="http://schemas.microsoft.com/office/drawing/2014/main" id="{2FB3E027-0C54-449F-B72C-7638CD105DC4}"/>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Use My Tickets as the employee’s tracking view.</a:t>
            </a:r>
          </a:p>
        </p:txBody>
      </p:sp>
      <p:sp>
        <p:nvSpPr>
          <p:cNvPr id="4" name="">
            <a:extLst xmlns:a="http://schemas.openxmlformats.org/drawingml/2006/main">
              <a:ext uri="{FF2B5EF4-FFF2-40B4-BE49-F238E27FC236}">
                <a16:creationId xmlns:a16="http://schemas.microsoft.com/office/drawing/2014/main" id="{57A1860F-1614-4CDC-92A7-73EB6DA4436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4D5E21-3A4A-48A3-830B-7CD980544AB0}"/>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A244CBC0-8A46-4F75-90EE-6EC372FCDCED}"/>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08</a:t>
            </a:r>
          </a:p>
        </p:txBody>
      </p:sp>
      <p:sp>
        <p:nvSpPr>
          <p:cNvPr id="7" name="">
            <a:extLst xmlns:a="http://schemas.openxmlformats.org/drawingml/2006/main">
              <a:ext uri="{FF2B5EF4-FFF2-40B4-BE49-F238E27FC236}">
                <a16:creationId xmlns:a16="http://schemas.microsoft.com/office/drawing/2014/main" id="{697679D9-F2AE-4D92-9950-20492E4A6C59}"/>
              </a:ext>
            </a:extLst>
          </p:cNvPr>
          <p:cNvSpPr>
            <a:spLocks xmlns:a="http://schemas.openxmlformats.org/drawingml/2006/main" noGrp="1"/>
          </p:cNvSpPr>
          <p:nvPr/>
        </p:nvSpPr>
        <p:spPr>
          <a:xfrm xmlns:a="http://schemas.openxmlformats.org/drawingml/2006/main">
            <a:off x="838200" y="164782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8C8C"/>
                </a:solidFill>
              </a:defRPr>
            </a:defPPr>
            <a:lvl1pPr algn="l">
              <a:defRPr sz="1350" b="1">
                <a:solidFill>
                  <a:srgbClr val="168C8C"/>
                </a:solidFill>
              </a:defRPr>
            </a:lvl1pPr>
            <a:lvl2pPr algn="l">
              <a:defRPr sz="1350" b="1">
                <a:solidFill>
                  <a:srgbClr val="168C8C"/>
                </a:solidFill>
              </a:defRPr>
            </a:lvl2pPr>
            <a:lvl3pPr algn="l">
              <a:defRPr sz="1350" b="1">
                <a:solidFill>
                  <a:srgbClr val="168C8C"/>
                </a:solidFill>
              </a:defRPr>
            </a:lvl3pPr>
            <a:lvl4pPr algn="l">
              <a:defRPr sz="1350" b="1">
                <a:solidFill>
                  <a:srgbClr val="168C8C"/>
                </a:solidFill>
              </a:defRPr>
            </a:lvl4pPr>
            <a:lvl5pPr algn="l">
              <a:defRPr sz="1350" b="1">
                <a:solidFill>
                  <a:srgbClr val="168C8C"/>
                </a:solidFill>
              </a:defRPr>
            </a:lvl5pPr>
            <a:lvl6pPr algn="l">
              <a:defRPr sz="1350" b="1">
                <a:solidFill>
                  <a:srgbClr val="168C8C"/>
                </a:solidFill>
              </a:defRPr>
            </a:lvl6pPr>
            <a:lvl7pPr algn="l">
              <a:defRPr sz="1350" b="1">
                <a:solidFill>
                  <a:srgbClr val="168C8C"/>
                </a:solidFill>
              </a:defRPr>
            </a:lvl7pPr>
            <a:lvl8pPr algn="l">
              <a:defRPr sz="1350" b="1">
                <a:solidFill>
                  <a:srgbClr val="168C8C"/>
                </a:solidFill>
              </a:defRPr>
            </a:lvl8pPr>
            <a:lvl9pPr algn="l">
              <a:defRPr sz="1350" b="1">
                <a:solidFill>
                  <a:srgbClr val="168C8C"/>
                </a:solidFill>
              </a:defRPr>
            </a:lvl9pPr>
          </a:lstStyle>
          <a:p xmlns:a="http://schemas.openxmlformats.org/drawingml/2006/main">
            <a:pPr algn="l">
              <a:lnSpc>
                <a:spcPct val="108000"/>
              </a:lnSpc>
              <a:buNone/>
              <a:defRPr sz="1350" b="1">
                <a:solidFill>
                  <a:srgbClr val="168C8C"/>
                </a:solidFill>
              </a:defRPr>
            </a:pPr>
            <a:r>
              <a:rPr sz="1350" b="1">
                <a:solidFill>
                  <a:srgbClr val="168C8C"/>
                </a:solidFill>
              </a:rPr>
              <a:t>MY TICKETS</a:t>
            </a:r>
          </a:p>
        </p:txBody>
      </p:sp>
      <p:sp>
        <p:nvSpPr>
          <p:cNvPr id="8" name="">
            <a:extLst xmlns:a="http://schemas.openxmlformats.org/drawingml/2006/main">
              <a:ext uri="{FF2B5EF4-FFF2-40B4-BE49-F238E27FC236}">
                <a16:creationId xmlns:a16="http://schemas.microsoft.com/office/drawing/2014/main" id="{50781E9A-BBDD-4607-A84F-02AB43A81A60}"/>
              </a:ext>
            </a:extLst>
          </p:cNvPr>
          <p:cNvSpPr>
            <a:spLocks xmlns:a="http://schemas.openxmlformats.org/drawingml/2006/main" noGrp="1"/>
          </p:cNvSpPr>
          <p:nvPr/>
        </p:nvSpPr>
        <p:spPr>
          <a:xfrm xmlns:a="http://schemas.openxmlformats.org/drawingml/2006/main">
            <a:off x="838200" y="2114550"/>
            <a:ext cx="3333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defRPr>
            </a:defPPr>
            <a:lvl1pPr algn="l">
              <a:defRPr sz="1800" b="1">
                <a:solidFill>
                  <a:srgbClr val="102A43"/>
                </a:solidFill>
              </a:defRPr>
            </a:lvl1pPr>
            <a:lvl2pPr algn="l">
              <a:defRPr sz="1800" b="1">
                <a:solidFill>
                  <a:srgbClr val="102A43"/>
                </a:solidFill>
              </a:defRPr>
            </a:lvl2pPr>
            <a:lvl3pPr algn="l">
              <a:defRPr sz="1800" b="1">
                <a:solidFill>
                  <a:srgbClr val="102A43"/>
                </a:solidFill>
              </a:defRPr>
            </a:lvl3pPr>
            <a:lvl4pPr algn="l">
              <a:defRPr sz="1800" b="1">
                <a:solidFill>
                  <a:srgbClr val="102A43"/>
                </a:solidFill>
              </a:defRPr>
            </a:lvl4pPr>
            <a:lvl5pPr algn="l">
              <a:defRPr sz="1800" b="1">
                <a:solidFill>
                  <a:srgbClr val="102A43"/>
                </a:solidFill>
              </a:defRPr>
            </a:lvl5pPr>
            <a:lvl6pPr algn="l">
              <a:defRPr sz="1800" b="1">
                <a:solidFill>
                  <a:srgbClr val="102A43"/>
                </a:solidFill>
              </a:defRPr>
            </a:lvl6pPr>
            <a:lvl7pPr algn="l">
              <a:defRPr sz="1800" b="1">
                <a:solidFill>
                  <a:srgbClr val="102A43"/>
                </a:solidFill>
              </a:defRPr>
            </a:lvl7pPr>
            <a:lvl8pPr algn="l">
              <a:defRPr sz="1800" b="1">
                <a:solidFill>
                  <a:srgbClr val="102A43"/>
                </a:solidFill>
              </a:defRPr>
            </a:lvl8pPr>
            <a:lvl9pPr algn="l">
              <a:defRPr sz="1800" b="1">
                <a:solidFill>
                  <a:srgbClr val="102A43"/>
                </a:solidFill>
              </a:defRPr>
            </a:lvl9pPr>
          </a:lstStyle>
          <a:p xmlns:a="http://schemas.openxmlformats.org/drawingml/2006/main">
            <a:pPr algn="l">
              <a:lnSpc>
                <a:spcPct val="108000"/>
              </a:lnSpc>
              <a:buNone/>
              <a:defRPr sz="1800" b="1">
                <a:solidFill>
                  <a:srgbClr val="102A43"/>
                </a:solidFill>
              </a:defRPr>
            </a:pPr>
            <a:r>
              <a:rPr sz="1800" b="1">
                <a:solidFill>
                  <a:srgbClr val="102A43"/>
                </a:solidFill>
              </a:rPr>
              <a:t>Ticket reference</a:t>
            </a:r>
          </a:p>
        </p:txBody>
      </p:sp>
      <p:sp>
        <p:nvSpPr>
          <p:cNvPr id="9" name="">
            <a:extLst xmlns:a="http://schemas.openxmlformats.org/drawingml/2006/main">
              <a:ext uri="{FF2B5EF4-FFF2-40B4-BE49-F238E27FC236}">
                <a16:creationId xmlns:a16="http://schemas.microsoft.com/office/drawing/2014/main" id="{A27DFA34-0D4A-4D16-81C9-D0B981A47B33}"/>
              </a:ext>
            </a:extLst>
          </p:cNvPr>
          <p:cNvSpPr>
            <a:spLocks xmlns:a="http://schemas.openxmlformats.org/drawingml/2006/main" noGrp="1"/>
          </p:cNvSpPr>
          <p:nvPr/>
        </p:nvSpPr>
        <p:spPr>
          <a:xfrm xmlns:a="http://schemas.openxmlformats.org/drawingml/2006/main">
            <a:off x="838200" y="2562225"/>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a:solidFill>
                  <a:srgbClr val="526777"/>
                </a:solidFill>
              </a:defRPr>
            </a:defPPr>
            <a:lvl1pPr algn="l">
              <a:defRPr sz="1575" b="0">
                <a:solidFill>
                  <a:srgbClr val="526777"/>
                </a:solidFill>
              </a:defRPr>
            </a:lvl1pPr>
            <a:lvl2pPr algn="l">
              <a:defRPr sz="1575" b="0">
                <a:solidFill>
                  <a:srgbClr val="526777"/>
                </a:solidFill>
              </a:defRPr>
            </a:lvl2pPr>
            <a:lvl3pPr algn="l">
              <a:defRPr sz="1575" b="0">
                <a:solidFill>
                  <a:srgbClr val="526777"/>
                </a:solidFill>
              </a:defRPr>
            </a:lvl3pPr>
            <a:lvl4pPr algn="l">
              <a:defRPr sz="1575" b="0">
                <a:solidFill>
                  <a:srgbClr val="526777"/>
                </a:solidFill>
              </a:defRPr>
            </a:lvl4pPr>
            <a:lvl5pPr algn="l">
              <a:defRPr sz="1575" b="0">
                <a:solidFill>
                  <a:srgbClr val="526777"/>
                </a:solidFill>
              </a:defRPr>
            </a:lvl5pPr>
            <a:lvl6pPr algn="l">
              <a:defRPr sz="1575" b="0">
                <a:solidFill>
                  <a:srgbClr val="526777"/>
                </a:solidFill>
              </a:defRPr>
            </a:lvl6pPr>
            <a:lvl7pPr algn="l">
              <a:defRPr sz="1575" b="0">
                <a:solidFill>
                  <a:srgbClr val="526777"/>
                </a:solidFill>
              </a:defRPr>
            </a:lvl7pPr>
            <a:lvl8pPr algn="l">
              <a:defRPr sz="1575" b="0">
                <a:solidFill>
                  <a:srgbClr val="526777"/>
                </a:solidFill>
              </a:defRPr>
            </a:lvl8pPr>
            <a:lvl9pPr algn="l">
              <a:defRPr sz="1575" b="0">
                <a:solidFill>
                  <a:srgbClr val="526777"/>
                </a:solidFill>
              </a:defRPr>
            </a:lvl9pPr>
          </a:lstStyle>
          <a:p xmlns:a="http://schemas.openxmlformats.org/drawingml/2006/main">
            <a:pPr algn="l">
              <a:lnSpc>
                <a:spcPct val="108000"/>
              </a:lnSpc>
              <a:buNone/>
              <a:defRPr sz="1575" b="0">
                <a:solidFill>
                  <a:srgbClr val="526777"/>
                </a:solidFill>
              </a:defRPr>
            </a:pPr>
            <a:r>
              <a:rPr sz="1575" b="0">
                <a:solidFill>
                  <a:srgbClr val="526777"/>
                </a:solidFill>
              </a:rPr>
              <a:t>Use the ticket number when discussing the request with ICT.</a:t>
            </a:r>
          </a:p>
        </p:txBody>
      </p:sp>
      <p:sp>
        <p:nvSpPr>
          <p:cNvPr id="10" name="">
            <a:extLst xmlns:a="http://schemas.openxmlformats.org/drawingml/2006/main">
              <a:ext uri="{FF2B5EF4-FFF2-40B4-BE49-F238E27FC236}">
                <a16:creationId xmlns:a16="http://schemas.microsoft.com/office/drawing/2014/main" id="{BCD4A186-8A26-47B7-816D-D16E50A10BF6}"/>
              </a:ext>
            </a:extLst>
          </p:cNvPr>
          <p:cNvSpPr>
            <a:spLocks xmlns:a="http://schemas.openxmlformats.org/drawingml/2006/main" noGrp="1"/>
          </p:cNvSpPr>
          <p:nvPr/>
        </p:nvSpPr>
        <p:spPr>
          <a:xfrm xmlns:a="http://schemas.openxmlformats.org/drawingml/2006/main">
            <a:off x="5238750" y="1647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8C8C"/>
                </a:solidFill>
              </a:defRPr>
            </a:defPPr>
            <a:lvl1pPr algn="l">
              <a:defRPr sz="1350" b="1">
                <a:solidFill>
                  <a:srgbClr val="168C8C"/>
                </a:solidFill>
              </a:defRPr>
            </a:lvl1pPr>
            <a:lvl2pPr algn="l">
              <a:defRPr sz="1350" b="1">
                <a:solidFill>
                  <a:srgbClr val="168C8C"/>
                </a:solidFill>
              </a:defRPr>
            </a:lvl2pPr>
            <a:lvl3pPr algn="l">
              <a:defRPr sz="1350" b="1">
                <a:solidFill>
                  <a:srgbClr val="168C8C"/>
                </a:solidFill>
              </a:defRPr>
            </a:lvl3pPr>
            <a:lvl4pPr algn="l">
              <a:defRPr sz="1350" b="1">
                <a:solidFill>
                  <a:srgbClr val="168C8C"/>
                </a:solidFill>
              </a:defRPr>
            </a:lvl4pPr>
            <a:lvl5pPr algn="l">
              <a:defRPr sz="1350" b="1">
                <a:solidFill>
                  <a:srgbClr val="168C8C"/>
                </a:solidFill>
              </a:defRPr>
            </a:lvl5pPr>
            <a:lvl6pPr algn="l">
              <a:defRPr sz="1350" b="1">
                <a:solidFill>
                  <a:srgbClr val="168C8C"/>
                </a:solidFill>
              </a:defRPr>
            </a:lvl6pPr>
            <a:lvl7pPr algn="l">
              <a:defRPr sz="1350" b="1">
                <a:solidFill>
                  <a:srgbClr val="168C8C"/>
                </a:solidFill>
              </a:defRPr>
            </a:lvl7pPr>
            <a:lvl8pPr algn="l">
              <a:defRPr sz="1350" b="1">
                <a:solidFill>
                  <a:srgbClr val="168C8C"/>
                </a:solidFill>
              </a:defRPr>
            </a:lvl8pPr>
            <a:lvl9pPr algn="l">
              <a:defRPr sz="1350" b="1">
                <a:solidFill>
                  <a:srgbClr val="168C8C"/>
                </a:solidFill>
              </a:defRPr>
            </a:lvl9pPr>
          </a:lstStyle>
          <a:p xmlns:a="http://schemas.openxmlformats.org/drawingml/2006/main">
            <a:pPr algn="l">
              <a:lnSpc>
                <a:spcPct val="108000"/>
              </a:lnSpc>
              <a:buNone/>
              <a:defRPr sz="1350" b="1">
                <a:solidFill>
                  <a:srgbClr val="168C8C"/>
                </a:solidFill>
              </a:defRPr>
            </a:pPr>
            <a:r>
              <a:rPr sz="1350" b="1">
                <a:solidFill>
                  <a:srgbClr val="168C8C"/>
                </a:solidFill>
              </a:rPr>
              <a:t>STATUS</a:t>
            </a:r>
          </a:p>
        </p:txBody>
      </p:sp>
      <p:sp>
        <p:nvSpPr>
          <p:cNvPr id="11" name="">
            <a:extLst xmlns:a="http://schemas.openxmlformats.org/drawingml/2006/main">
              <a:ext uri="{FF2B5EF4-FFF2-40B4-BE49-F238E27FC236}">
                <a16:creationId xmlns:a16="http://schemas.microsoft.com/office/drawing/2014/main" id="{136B814B-6AA2-44A5-8613-AF7B2EF724C2}"/>
              </a:ext>
            </a:extLst>
          </p:cNvPr>
          <p:cNvSpPr>
            <a:spLocks xmlns:a="http://schemas.openxmlformats.org/drawingml/2006/main" noGrp="1"/>
          </p:cNvSpPr>
          <p:nvPr/>
        </p:nvSpPr>
        <p:spPr>
          <a:xfrm xmlns:a="http://schemas.openxmlformats.org/drawingml/2006/main">
            <a:off x="5286375" y="2228850"/>
            <a:ext cx="133350" cy="1333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E32140-960B-4602-939B-05D9B69E1422}"/>
              </a:ext>
            </a:extLst>
          </p:cNvPr>
          <p:cNvSpPr>
            <a:spLocks xmlns:a="http://schemas.openxmlformats.org/drawingml/2006/main" noGrp="1"/>
          </p:cNvSpPr>
          <p:nvPr/>
        </p:nvSpPr>
        <p:spPr>
          <a:xfrm xmlns:a="http://schemas.openxmlformats.org/drawingml/2006/main">
            <a:off x="5572125" y="212407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53E5C"/>
                </a:solidFill>
              </a:defRPr>
            </a:defPPr>
            <a:lvl1pPr algn="l">
              <a:defRPr sz="1575" b="1">
                <a:solidFill>
                  <a:srgbClr val="153E5C"/>
                </a:solidFill>
              </a:defRPr>
            </a:lvl1pPr>
            <a:lvl2pPr algn="l">
              <a:defRPr sz="1575" b="1">
                <a:solidFill>
                  <a:srgbClr val="153E5C"/>
                </a:solidFill>
              </a:defRPr>
            </a:lvl2pPr>
            <a:lvl3pPr algn="l">
              <a:defRPr sz="1575" b="1">
                <a:solidFill>
                  <a:srgbClr val="153E5C"/>
                </a:solidFill>
              </a:defRPr>
            </a:lvl3pPr>
            <a:lvl4pPr algn="l">
              <a:defRPr sz="1575" b="1">
                <a:solidFill>
                  <a:srgbClr val="153E5C"/>
                </a:solidFill>
              </a:defRPr>
            </a:lvl4pPr>
            <a:lvl5pPr algn="l">
              <a:defRPr sz="1575" b="1">
                <a:solidFill>
                  <a:srgbClr val="153E5C"/>
                </a:solidFill>
              </a:defRPr>
            </a:lvl5pPr>
            <a:lvl6pPr algn="l">
              <a:defRPr sz="1575" b="1">
                <a:solidFill>
                  <a:srgbClr val="153E5C"/>
                </a:solidFill>
              </a:defRPr>
            </a:lvl6pPr>
            <a:lvl7pPr algn="l">
              <a:defRPr sz="1575" b="1">
                <a:solidFill>
                  <a:srgbClr val="153E5C"/>
                </a:solidFill>
              </a:defRPr>
            </a:lvl7pPr>
            <a:lvl8pPr algn="l">
              <a:defRPr sz="1575" b="1">
                <a:solidFill>
                  <a:srgbClr val="153E5C"/>
                </a:solidFill>
              </a:defRPr>
            </a:lvl8pPr>
            <a:lvl9pPr algn="l">
              <a:defRPr sz="1575" b="1">
                <a:solidFill>
                  <a:srgbClr val="153E5C"/>
                </a:solidFill>
              </a:defRPr>
            </a:lvl9pPr>
          </a:lstStyle>
          <a:p xmlns:a="http://schemas.openxmlformats.org/drawingml/2006/main">
            <a:pPr algn="l">
              <a:lnSpc>
                <a:spcPct val="108000"/>
              </a:lnSpc>
              <a:buNone/>
              <a:defRPr sz="1575" b="1">
                <a:solidFill>
                  <a:srgbClr val="153E5C"/>
                </a:solidFill>
              </a:defRPr>
            </a:pPr>
            <a:r>
              <a:rPr sz="1575" b="1">
                <a:solidFill>
                  <a:srgbClr val="153E5C"/>
                </a:solidFill>
              </a:rPr>
              <a:t>Submitted / Pending</a:t>
            </a:r>
          </a:p>
        </p:txBody>
      </p:sp>
      <p:sp>
        <p:nvSpPr>
          <p:cNvPr id="13" name="">
            <a:extLst xmlns:a="http://schemas.openxmlformats.org/drawingml/2006/main">
              <a:ext uri="{FF2B5EF4-FFF2-40B4-BE49-F238E27FC236}">
                <a16:creationId xmlns:a16="http://schemas.microsoft.com/office/drawing/2014/main" id="{33E9A21F-7554-4D29-B709-129620A00E02}"/>
              </a:ext>
            </a:extLst>
          </p:cNvPr>
          <p:cNvSpPr>
            <a:spLocks xmlns:a="http://schemas.openxmlformats.org/drawingml/2006/main" noGrp="1"/>
          </p:cNvSpPr>
          <p:nvPr/>
        </p:nvSpPr>
        <p:spPr>
          <a:xfrm xmlns:a="http://schemas.openxmlformats.org/drawingml/2006/main">
            <a:off x="8248650" y="2124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Awaiting ICT action</a:t>
            </a:r>
          </a:p>
        </p:txBody>
      </p:sp>
      <p:sp>
        <p:nvSpPr>
          <p:cNvPr id="14" name="">
            <a:extLst xmlns:a="http://schemas.openxmlformats.org/drawingml/2006/main">
              <a:ext uri="{FF2B5EF4-FFF2-40B4-BE49-F238E27FC236}">
                <a16:creationId xmlns:a16="http://schemas.microsoft.com/office/drawing/2014/main" id="{A4ADB989-2BC6-4937-84DE-EAC026D8FFBB}"/>
              </a:ext>
            </a:extLst>
          </p:cNvPr>
          <p:cNvSpPr>
            <a:spLocks xmlns:a="http://schemas.openxmlformats.org/drawingml/2006/main" noGrp="1"/>
          </p:cNvSpPr>
          <p:nvPr/>
        </p:nvSpPr>
        <p:spPr>
          <a:xfrm xmlns:a="http://schemas.openxmlformats.org/drawingml/2006/main">
            <a:off x="5343525" y="2447925"/>
            <a:ext cx="19050" cy="4191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1A1EDF-EA9A-4B38-B2DA-8C2519342DEA}"/>
              </a:ext>
            </a:extLst>
          </p:cNvPr>
          <p:cNvSpPr>
            <a:spLocks xmlns:a="http://schemas.openxmlformats.org/drawingml/2006/main" noGrp="1"/>
          </p:cNvSpPr>
          <p:nvPr/>
        </p:nvSpPr>
        <p:spPr>
          <a:xfrm xmlns:a="http://schemas.openxmlformats.org/drawingml/2006/main">
            <a:off x="5286375" y="3019425"/>
            <a:ext cx="133350" cy="1333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FE5DE4-7AEC-4BE7-9890-C7752E908FA1}"/>
              </a:ext>
            </a:extLst>
          </p:cNvPr>
          <p:cNvSpPr>
            <a:spLocks xmlns:a="http://schemas.openxmlformats.org/drawingml/2006/main" noGrp="1"/>
          </p:cNvSpPr>
          <p:nvPr/>
        </p:nvSpPr>
        <p:spPr>
          <a:xfrm xmlns:a="http://schemas.openxmlformats.org/drawingml/2006/main">
            <a:off x="5572125" y="291465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53E5C"/>
                </a:solidFill>
              </a:defRPr>
            </a:defPPr>
            <a:lvl1pPr algn="l">
              <a:defRPr sz="1575" b="1">
                <a:solidFill>
                  <a:srgbClr val="153E5C"/>
                </a:solidFill>
              </a:defRPr>
            </a:lvl1pPr>
            <a:lvl2pPr algn="l">
              <a:defRPr sz="1575" b="1">
                <a:solidFill>
                  <a:srgbClr val="153E5C"/>
                </a:solidFill>
              </a:defRPr>
            </a:lvl2pPr>
            <a:lvl3pPr algn="l">
              <a:defRPr sz="1575" b="1">
                <a:solidFill>
                  <a:srgbClr val="153E5C"/>
                </a:solidFill>
              </a:defRPr>
            </a:lvl3pPr>
            <a:lvl4pPr algn="l">
              <a:defRPr sz="1575" b="1">
                <a:solidFill>
                  <a:srgbClr val="153E5C"/>
                </a:solidFill>
              </a:defRPr>
            </a:lvl4pPr>
            <a:lvl5pPr algn="l">
              <a:defRPr sz="1575" b="1">
                <a:solidFill>
                  <a:srgbClr val="153E5C"/>
                </a:solidFill>
              </a:defRPr>
            </a:lvl5pPr>
            <a:lvl6pPr algn="l">
              <a:defRPr sz="1575" b="1">
                <a:solidFill>
                  <a:srgbClr val="153E5C"/>
                </a:solidFill>
              </a:defRPr>
            </a:lvl6pPr>
            <a:lvl7pPr algn="l">
              <a:defRPr sz="1575" b="1">
                <a:solidFill>
                  <a:srgbClr val="153E5C"/>
                </a:solidFill>
              </a:defRPr>
            </a:lvl7pPr>
            <a:lvl8pPr algn="l">
              <a:defRPr sz="1575" b="1">
                <a:solidFill>
                  <a:srgbClr val="153E5C"/>
                </a:solidFill>
              </a:defRPr>
            </a:lvl8pPr>
            <a:lvl9pPr algn="l">
              <a:defRPr sz="1575" b="1">
                <a:solidFill>
                  <a:srgbClr val="153E5C"/>
                </a:solidFill>
              </a:defRPr>
            </a:lvl9pPr>
          </a:lstStyle>
          <a:p xmlns:a="http://schemas.openxmlformats.org/drawingml/2006/main">
            <a:pPr algn="l">
              <a:lnSpc>
                <a:spcPct val="108000"/>
              </a:lnSpc>
              <a:buNone/>
              <a:defRPr sz="1575" b="1">
                <a:solidFill>
                  <a:srgbClr val="153E5C"/>
                </a:solidFill>
              </a:defRPr>
            </a:pPr>
            <a:r>
              <a:rPr sz="1575" b="1">
                <a:solidFill>
                  <a:srgbClr val="153E5C"/>
                </a:solidFill>
              </a:rPr>
              <a:t>In Progress</a:t>
            </a:r>
          </a:p>
        </p:txBody>
      </p:sp>
      <p:sp>
        <p:nvSpPr>
          <p:cNvPr id="17" name="">
            <a:extLst xmlns:a="http://schemas.openxmlformats.org/drawingml/2006/main">
              <a:ext uri="{FF2B5EF4-FFF2-40B4-BE49-F238E27FC236}">
                <a16:creationId xmlns:a16="http://schemas.microsoft.com/office/drawing/2014/main" id="{8F4B1FC0-B3EB-44D8-9129-81B69ACF2C2B}"/>
              </a:ext>
            </a:extLst>
          </p:cNvPr>
          <p:cNvSpPr>
            <a:spLocks xmlns:a="http://schemas.openxmlformats.org/drawingml/2006/main" noGrp="1"/>
          </p:cNvSpPr>
          <p:nvPr/>
        </p:nvSpPr>
        <p:spPr>
          <a:xfrm xmlns:a="http://schemas.openxmlformats.org/drawingml/2006/main">
            <a:off x="8248650" y="29146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ICT is working on it</a:t>
            </a:r>
          </a:p>
        </p:txBody>
      </p:sp>
      <p:sp>
        <p:nvSpPr>
          <p:cNvPr id="18" name="">
            <a:extLst xmlns:a="http://schemas.openxmlformats.org/drawingml/2006/main">
              <a:ext uri="{FF2B5EF4-FFF2-40B4-BE49-F238E27FC236}">
                <a16:creationId xmlns:a16="http://schemas.microsoft.com/office/drawing/2014/main" id="{1F16E06D-BF47-49A8-AEE8-8C666E222088}"/>
              </a:ext>
            </a:extLst>
          </p:cNvPr>
          <p:cNvSpPr>
            <a:spLocks xmlns:a="http://schemas.openxmlformats.org/drawingml/2006/main" noGrp="1"/>
          </p:cNvSpPr>
          <p:nvPr/>
        </p:nvSpPr>
        <p:spPr>
          <a:xfrm xmlns:a="http://schemas.openxmlformats.org/drawingml/2006/main">
            <a:off x="5343525" y="3238500"/>
            <a:ext cx="19050" cy="4191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03C050-9066-4A00-BA9B-2DE61FA500A9}"/>
              </a:ext>
            </a:extLst>
          </p:cNvPr>
          <p:cNvSpPr>
            <a:spLocks xmlns:a="http://schemas.openxmlformats.org/drawingml/2006/main" noGrp="1"/>
          </p:cNvSpPr>
          <p:nvPr/>
        </p:nvSpPr>
        <p:spPr>
          <a:xfrm xmlns:a="http://schemas.openxmlformats.org/drawingml/2006/main">
            <a:off x="5286375" y="3810000"/>
            <a:ext cx="133350" cy="1333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69B7249-FFBB-44AB-BC7D-0B365183DE75}"/>
              </a:ext>
            </a:extLst>
          </p:cNvPr>
          <p:cNvSpPr>
            <a:spLocks xmlns:a="http://schemas.openxmlformats.org/drawingml/2006/main" noGrp="1"/>
          </p:cNvSpPr>
          <p:nvPr/>
        </p:nvSpPr>
        <p:spPr>
          <a:xfrm xmlns:a="http://schemas.openxmlformats.org/drawingml/2006/main">
            <a:off x="5572125" y="370522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53E5C"/>
                </a:solidFill>
              </a:defRPr>
            </a:defPPr>
            <a:lvl1pPr algn="l">
              <a:defRPr sz="1575" b="1">
                <a:solidFill>
                  <a:srgbClr val="153E5C"/>
                </a:solidFill>
              </a:defRPr>
            </a:lvl1pPr>
            <a:lvl2pPr algn="l">
              <a:defRPr sz="1575" b="1">
                <a:solidFill>
                  <a:srgbClr val="153E5C"/>
                </a:solidFill>
              </a:defRPr>
            </a:lvl2pPr>
            <a:lvl3pPr algn="l">
              <a:defRPr sz="1575" b="1">
                <a:solidFill>
                  <a:srgbClr val="153E5C"/>
                </a:solidFill>
              </a:defRPr>
            </a:lvl3pPr>
            <a:lvl4pPr algn="l">
              <a:defRPr sz="1575" b="1">
                <a:solidFill>
                  <a:srgbClr val="153E5C"/>
                </a:solidFill>
              </a:defRPr>
            </a:lvl4pPr>
            <a:lvl5pPr algn="l">
              <a:defRPr sz="1575" b="1">
                <a:solidFill>
                  <a:srgbClr val="153E5C"/>
                </a:solidFill>
              </a:defRPr>
            </a:lvl5pPr>
            <a:lvl6pPr algn="l">
              <a:defRPr sz="1575" b="1">
                <a:solidFill>
                  <a:srgbClr val="153E5C"/>
                </a:solidFill>
              </a:defRPr>
            </a:lvl6pPr>
            <a:lvl7pPr algn="l">
              <a:defRPr sz="1575" b="1">
                <a:solidFill>
                  <a:srgbClr val="153E5C"/>
                </a:solidFill>
              </a:defRPr>
            </a:lvl7pPr>
            <a:lvl8pPr algn="l">
              <a:defRPr sz="1575" b="1">
                <a:solidFill>
                  <a:srgbClr val="153E5C"/>
                </a:solidFill>
              </a:defRPr>
            </a:lvl8pPr>
            <a:lvl9pPr algn="l">
              <a:defRPr sz="1575" b="1">
                <a:solidFill>
                  <a:srgbClr val="153E5C"/>
                </a:solidFill>
              </a:defRPr>
            </a:lvl9pPr>
          </a:lstStyle>
          <a:p xmlns:a="http://schemas.openxmlformats.org/drawingml/2006/main">
            <a:pPr algn="l">
              <a:lnSpc>
                <a:spcPct val="108000"/>
              </a:lnSpc>
              <a:buNone/>
              <a:defRPr sz="1575" b="1">
                <a:solidFill>
                  <a:srgbClr val="153E5C"/>
                </a:solidFill>
              </a:defRPr>
            </a:pPr>
            <a:r>
              <a:rPr sz="1575" b="1">
                <a:solidFill>
                  <a:srgbClr val="153E5C"/>
                </a:solidFill>
              </a:rPr>
              <a:t>Waiting</a:t>
            </a:r>
          </a:p>
        </p:txBody>
      </p:sp>
      <p:sp>
        <p:nvSpPr>
          <p:cNvPr id="21" name="">
            <a:extLst xmlns:a="http://schemas.openxmlformats.org/drawingml/2006/main">
              <a:ext uri="{FF2B5EF4-FFF2-40B4-BE49-F238E27FC236}">
                <a16:creationId xmlns:a16="http://schemas.microsoft.com/office/drawing/2014/main" id="{AB57A1C1-6321-4329-B613-D6E384F61557}"/>
              </a:ext>
            </a:extLst>
          </p:cNvPr>
          <p:cNvSpPr>
            <a:spLocks xmlns:a="http://schemas.openxmlformats.org/drawingml/2006/main" noGrp="1"/>
          </p:cNvSpPr>
          <p:nvPr/>
        </p:nvSpPr>
        <p:spPr>
          <a:xfrm xmlns:a="http://schemas.openxmlformats.org/drawingml/2006/main">
            <a:off x="8248650" y="37052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A response or next action is needed</a:t>
            </a:r>
          </a:p>
        </p:txBody>
      </p:sp>
      <p:sp>
        <p:nvSpPr>
          <p:cNvPr id="22" name="">
            <a:extLst xmlns:a="http://schemas.openxmlformats.org/drawingml/2006/main">
              <a:ext uri="{FF2B5EF4-FFF2-40B4-BE49-F238E27FC236}">
                <a16:creationId xmlns:a16="http://schemas.microsoft.com/office/drawing/2014/main" id="{1F72461E-1344-4BA7-A8A5-02A13DEAD8FE}"/>
              </a:ext>
            </a:extLst>
          </p:cNvPr>
          <p:cNvSpPr>
            <a:spLocks xmlns:a="http://schemas.openxmlformats.org/drawingml/2006/main" noGrp="1"/>
          </p:cNvSpPr>
          <p:nvPr/>
        </p:nvSpPr>
        <p:spPr>
          <a:xfrm xmlns:a="http://schemas.openxmlformats.org/drawingml/2006/main">
            <a:off x="5343525" y="4029075"/>
            <a:ext cx="19050" cy="41910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B593561-5EFE-4DFD-85CA-DCE66A303772}"/>
              </a:ext>
            </a:extLst>
          </p:cNvPr>
          <p:cNvSpPr>
            <a:spLocks xmlns:a="http://schemas.openxmlformats.org/drawingml/2006/main" noGrp="1"/>
          </p:cNvSpPr>
          <p:nvPr/>
        </p:nvSpPr>
        <p:spPr>
          <a:xfrm xmlns:a="http://schemas.openxmlformats.org/drawingml/2006/main">
            <a:off x="5286375" y="4600575"/>
            <a:ext cx="133350" cy="1333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FC6C0E-7375-4097-BBF2-4037434B00A2}"/>
              </a:ext>
            </a:extLst>
          </p:cNvPr>
          <p:cNvSpPr>
            <a:spLocks xmlns:a="http://schemas.openxmlformats.org/drawingml/2006/main" noGrp="1"/>
          </p:cNvSpPr>
          <p:nvPr/>
        </p:nvSpPr>
        <p:spPr>
          <a:xfrm xmlns:a="http://schemas.openxmlformats.org/drawingml/2006/main">
            <a:off x="5572125" y="449580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53E5C"/>
                </a:solidFill>
              </a:defRPr>
            </a:defPPr>
            <a:lvl1pPr algn="l">
              <a:defRPr sz="1575" b="1">
                <a:solidFill>
                  <a:srgbClr val="153E5C"/>
                </a:solidFill>
              </a:defRPr>
            </a:lvl1pPr>
            <a:lvl2pPr algn="l">
              <a:defRPr sz="1575" b="1">
                <a:solidFill>
                  <a:srgbClr val="153E5C"/>
                </a:solidFill>
              </a:defRPr>
            </a:lvl2pPr>
            <a:lvl3pPr algn="l">
              <a:defRPr sz="1575" b="1">
                <a:solidFill>
                  <a:srgbClr val="153E5C"/>
                </a:solidFill>
              </a:defRPr>
            </a:lvl3pPr>
            <a:lvl4pPr algn="l">
              <a:defRPr sz="1575" b="1">
                <a:solidFill>
                  <a:srgbClr val="153E5C"/>
                </a:solidFill>
              </a:defRPr>
            </a:lvl4pPr>
            <a:lvl5pPr algn="l">
              <a:defRPr sz="1575" b="1">
                <a:solidFill>
                  <a:srgbClr val="153E5C"/>
                </a:solidFill>
              </a:defRPr>
            </a:lvl5pPr>
            <a:lvl6pPr algn="l">
              <a:defRPr sz="1575" b="1">
                <a:solidFill>
                  <a:srgbClr val="153E5C"/>
                </a:solidFill>
              </a:defRPr>
            </a:lvl6pPr>
            <a:lvl7pPr algn="l">
              <a:defRPr sz="1575" b="1">
                <a:solidFill>
                  <a:srgbClr val="153E5C"/>
                </a:solidFill>
              </a:defRPr>
            </a:lvl7pPr>
            <a:lvl8pPr algn="l">
              <a:defRPr sz="1575" b="1">
                <a:solidFill>
                  <a:srgbClr val="153E5C"/>
                </a:solidFill>
              </a:defRPr>
            </a:lvl8pPr>
            <a:lvl9pPr algn="l">
              <a:defRPr sz="1575" b="1">
                <a:solidFill>
                  <a:srgbClr val="153E5C"/>
                </a:solidFill>
              </a:defRPr>
            </a:lvl9pPr>
          </a:lstStyle>
          <a:p xmlns:a="http://schemas.openxmlformats.org/drawingml/2006/main">
            <a:pPr algn="l">
              <a:lnSpc>
                <a:spcPct val="108000"/>
              </a:lnSpc>
              <a:buNone/>
              <a:defRPr sz="1575" b="1">
                <a:solidFill>
                  <a:srgbClr val="153E5C"/>
                </a:solidFill>
              </a:defRPr>
            </a:pPr>
            <a:r>
              <a:rPr sz="1575" b="1">
                <a:solidFill>
                  <a:srgbClr val="153E5C"/>
                </a:solidFill>
              </a:rPr>
              <a:t>Resolved / final outcome</a:t>
            </a:r>
          </a:p>
        </p:txBody>
      </p:sp>
      <p:sp>
        <p:nvSpPr>
          <p:cNvPr id="25" name="">
            <a:extLst xmlns:a="http://schemas.openxmlformats.org/drawingml/2006/main">
              <a:ext uri="{FF2B5EF4-FFF2-40B4-BE49-F238E27FC236}">
                <a16:creationId xmlns:a16="http://schemas.microsoft.com/office/drawing/2014/main" id="{86EE6B8B-CD00-4186-A0E8-77F829AAA84D}"/>
              </a:ext>
            </a:extLst>
          </p:cNvPr>
          <p:cNvSpPr>
            <a:spLocks xmlns:a="http://schemas.openxmlformats.org/drawingml/2006/main" noGrp="1"/>
          </p:cNvSpPr>
          <p:nvPr/>
        </p:nvSpPr>
        <p:spPr>
          <a:xfrm xmlns:a="http://schemas.openxmlformats.org/drawingml/2006/main">
            <a:off x="8248650" y="44958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defRPr>
            </a:defPPr>
            <a:lvl1pPr algn="l">
              <a:defRPr sz="1425" b="0">
                <a:solidFill>
                  <a:srgbClr val="526777"/>
                </a:solidFill>
              </a:defRPr>
            </a:lvl1pPr>
            <a:lvl2pPr algn="l">
              <a:defRPr sz="1425" b="0">
                <a:solidFill>
                  <a:srgbClr val="526777"/>
                </a:solidFill>
              </a:defRPr>
            </a:lvl2pPr>
            <a:lvl3pPr algn="l">
              <a:defRPr sz="1425" b="0">
                <a:solidFill>
                  <a:srgbClr val="526777"/>
                </a:solidFill>
              </a:defRPr>
            </a:lvl3pPr>
            <a:lvl4pPr algn="l">
              <a:defRPr sz="1425" b="0">
                <a:solidFill>
                  <a:srgbClr val="526777"/>
                </a:solidFill>
              </a:defRPr>
            </a:lvl4pPr>
            <a:lvl5pPr algn="l">
              <a:defRPr sz="1425" b="0">
                <a:solidFill>
                  <a:srgbClr val="526777"/>
                </a:solidFill>
              </a:defRPr>
            </a:lvl5pPr>
            <a:lvl6pPr algn="l">
              <a:defRPr sz="1425" b="0">
                <a:solidFill>
                  <a:srgbClr val="526777"/>
                </a:solidFill>
              </a:defRPr>
            </a:lvl6pPr>
            <a:lvl7pPr algn="l">
              <a:defRPr sz="1425" b="0">
                <a:solidFill>
                  <a:srgbClr val="526777"/>
                </a:solidFill>
              </a:defRPr>
            </a:lvl7pPr>
            <a:lvl8pPr algn="l">
              <a:defRPr sz="1425" b="0">
                <a:solidFill>
                  <a:srgbClr val="526777"/>
                </a:solidFill>
              </a:defRPr>
            </a:lvl8pPr>
            <a:lvl9pPr algn="l">
              <a:defRPr sz="1425" b="0">
                <a:solidFill>
                  <a:srgbClr val="526777"/>
                </a:solidFill>
              </a:defRPr>
            </a:lvl9pPr>
          </a:lstStyle>
          <a:p xmlns:a="http://schemas.openxmlformats.org/drawingml/2006/main">
            <a:pPr algn="l">
              <a:lnSpc>
                <a:spcPct val="108000"/>
              </a:lnSpc>
              <a:buNone/>
              <a:defRPr sz="1425" b="0">
                <a:solidFill>
                  <a:srgbClr val="526777"/>
                </a:solidFill>
              </a:defRPr>
            </a:pPr>
            <a:r>
              <a:rPr sz="1425" b="0">
                <a:solidFill>
                  <a:srgbClr val="526777"/>
                </a:solidFill>
              </a:rPr>
              <a:t>Review the closing update</a:t>
            </a:r>
          </a:p>
        </p:txBody>
      </p:sp>
      <p:sp>
        <p:nvSpPr>
          <p:cNvPr id="26" name="">
            <a:extLst xmlns:a="http://schemas.openxmlformats.org/drawingml/2006/main">
              <a:ext uri="{FF2B5EF4-FFF2-40B4-BE49-F238E27FC236}">
                <a16:creationId xmlns:a16="http://schemas.microsoft.com/office/drawing/2014/main" id="{869B5E8A-47AA-4121-B83A-D33331786130}"/>
              </a:ext>
            </a:extLst>
          </p:cNvPr>
          <p:cNvSpPr>
            <a:spLocks xmlns:a="http://schemas.openxmlformats.org/drawingml/2006/main" noGrp="1"/>
          </p:cNvSpPr>
          <p:nvPr/>
        </p:nvSpPr>
        <p:spPr>
          <a:xfrm xmlns:a="http://schemas.openxmlformats.org/drawingml/2006/main">
            <a:off x="4714875" y="1571625"/>
            <a:ext cx="19050" cy="3762375"/>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25AC5B9-A4DB-4BF5-9659-6119AA9008E3}"/>
              </a:ext>
            </a:extLst>
          </p:cNvPr>
          <p:cNvSpPr>
            <a:spLocks xmlns:a="http://schemas.openxmlformats.org/drawingml/2006/main" noGrp="1"/>
          </p:cNvSpPr>
          <p:nvPr/>
        </p:nvSpPr>
        <p:spPr>
          <a:xfrm xmlns:a="http://schemas.openxmlformats.org/drawingml/2006/main">
            <a:off x="838200" y="4943475"/>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Queue position may be displayed for tickets currently eligible in the ICT queue.</a:t>
            </a:r>
          </a:p>
        </p:txBody>
      </p:sp>
    </p:spTree>
    <p:extLst>
      <p:ext uri="{BB962C8B-B14F-4D97-AF65-F5344CB8AC3E}">
        <p14:creationId xmlns:p14="http://schemas.microsoft.com/office/powerpoint/2010/main" val="157832759"/>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428C6C9-B05E-44D6-91F3-DE80FDE6EF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84C68C-DC83-4540-82FC-D5F852606B24}"/>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Ticket details and follow-up with ICT</a:t>
            </a:r>
          </a:p>
        </p:txBody>
      </p:sp>
      <p:sp>
        <p:nvSpPr>
          <p:cNvPr id="3" name="">
            <a:extLst xmlns:a="http://schemas.openxmlformats.org/drawingml/2006/main">
              <a:ext uri="{FF2B5EF4-FFF2-40B4-BE49-F238E27FC236}">
                <a16:creationId xmlns:a16="http://schemas.microsoft.com/office/drawing/2014/main" id="{09817F54-19A8-4938-A5DE-9F48740BEED9}"/>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Keep follow-up messages connected to the ticket.</a:t>
            </a:r>
          </a:p>
        </p:txBody>
      </p:sp>
      <p:sp>
        <p:nvSpPr>
          <p:cNvPr id="4" name="">
            <a:extLst xmlns:a="http://schemas.openxmlformats.org/drawingml/2006/main">
              <a:ext uri="{FF2B5EF4-FFF2-40B4-BE49-F238E27FC236}">
                <a16:creationId xmlns:a16="http://schemas.microsoft.com/office/drawing/2014/main" id="{B986D666-79E3-4538-A2E0-ECFD970C533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FCDAE2-E382-4938-AC76-899AAFAC32A8}"/>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27AF6223-EF65-47B5-899A-AB4BCCF0468E}"/>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09</a:t>
            </a:r>
          </a:p>
        </p:txBody>
      </p:sp>
      <p:sp>
        <p:nvSpPr>
          <p:cNvPr id="7" name="">
            <a:extLst xmlns:a="http://schemas.openxmlformats.org/drawingml/2006/main">
              <a:ext uri="{FF2B5EF4-FFF2-40B4-BE49-F238E27FC236}">
                <a16:creationId xmlns:a16="http://schemas.microsoft.com/office/drawing/2014/main" id="{BBCA3310-A332-49DA-9494-45CBC3007DC9}"/>
              </a:ext>
            </a:extLst>
          </p:cNvPr>
          <p:cNvSpPr>
            <a:spLocks xmlns:a="http://schemas.openxmlformats.org/drawingml/2006/main" noGrp="1"/>
          </p:cNvSpPr>
          <p:nvPr/>
        </p:nvSpPr>
        <p:spPr>
          <a:xfrm xmlns:a="http://schemas.openxmlformats.org/drawingml/2006/main">
            <a:off x="933450" y="180022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FE4703-06C8-4DA9-BACF-B42FDD704956}"/>
              </a:ext>
            </a:extLst>
          </p:cNvPr>
          <p:cNvSpPr>
            <a:spLocks xmlns:a="http://schemas.openxmlformats.org/drawingml/2006/main" noGrp="1"/>
          </p:cNvSpPr>
          <p:nvPr/>
        </p:nvSpPr>
        <p:spPr>
          <a:xfrm xmlns:a="http://schemas.openxmlformats.org/drawingml/2006/main">
            <a:off x="942975" y="1809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1</a:t>
            </a:r>
          </a:p>
        </p:txBody>
      </p:sp>
      <p:sp>
        <p:nvSpPr>
          <p:cNvPr id="9" name="">
            <a:extLst xmlns:a="http://schemas.openxmlformats.org/drawingml/2006/main">
              <a:ext uri="{FF2B5EF4-FFF2-40B4-BE49-F238E27FC236}">
                <a16:creationId xmlns:a16="http://schemas.microsoft.com/office/drawing/2014/main" id="{83C2BE44-1950-4BA0-9262-CD102597C984}"/>
              </a:ext>
            </a:extLst>
          </p:cNvPr>
          <p:cNvSpPr>
            <a:spLocks xmlns:a="http://schemas.openxmlformats.org/drawingml/2006/main" noGrp="1"/>
          </p:cNvSpPr>
          <p:nvPr/>
        </p:nvSpPr>
        <p:spPr>
          <a:xfrm xmlns:a="http://schemas.openxmlformats.org/drawingml/2006/main">
            <a:off x="1447800" y="17716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02A43"/>
                </a:solidFill>
              </a:defRPr>
            </a:defPPr>
            <a:lvl1pPr algn="l">
              <a:defRPr sz="1650" b="1">
                <a:solidFill>
                  <a:srgbClr val="102A43"/>
                </a:solidFill>
              </a:defRPr>
            </a:lvl1pPr>
            <a:lvl2pPr algn="l">
              <a:defRPr sz="1650" b="1">
                <a:solidFill>
                  <a:srgbClr val="102A43"/>
                </a:solidFill>
              </a:defRPr>
            </a:lvl2pPr>
            <a:lvl3pPr algn="l">
              <a:defRPr sz="1650" b="1">
                <a:solidFill>
                  <a:srgbClr val="102A43"/>
                </a:solidFill>
              </a:defRPr>
            </a:lvl3pPr>
            <a:lvl4pPr algn="l">
              <a:defRPr sz="1650" b="1">
                <a:solidFill>
                  <a:srgbClr val="102A43"/>
                </a:solidFill>
              </a:defRPr>
            </a:lvl4pPr>
            <a:lvl5pPr algn="l">
              <a:defRPr sz="1650" b="1">
                <a:solidFill>
                  <a:srgbClr val="102A43"/>
                </a:solidFill>
              </a:defRPr>
            </a:lvl5pPr>
            <a:lvl6pPr algn="l">
              <a:defRPr sz="1650" b="1">
                <a:solidFill>
                  <a:srgbClr val="102A43"/>
                </a:solidFill>
              </a:defRPr>
            </a:lvl6pPr>
            <a:lvl7pPr algn="l">
              <a:defRPr sz="1650" b="1">
                <a:solidFill>
                  <a:srgbClr val="102A43"/>
                </a:solidFill>
              </a:defRPr>
            </a:lvl7pPr>
            <a:lvl8pPr algn="l">
              <a:defRPr sz="1650" b="1">
                <a:solidFill>
                  <a:srgbClr val="102A43"/>
                </a:solidFill>
              </a:defRPr>
            </a:lvl8pPr>
            <a:lvl9pPr algn="l">
              <a:defRPr sz="1650" b="1">
                <a:solidFill>
                  <a:srgbClr val="102A43"/>
                </a:solidFill>
              </a:defRPr>
            </a:lvl9pPr>
          </a:lstStyle>
          <a:p xmlns:a="http://schemas.openxmlformats.org/drawingml/2006/main">
            <a:pPr algn="l">
              <a:lnSpc>
                <a:spcPct val="108000"/>
              </a:lnSpc>
              <a:buNone/>
              <a:defRPr sz="1650" b="1">
                <a:solidFill>
                  <a:srgbClr val="102A43"/>
                </a:solidFill>
              </a:defRPr>
            </a:pPr>
            <a:r>
              <a:rPr sz="1650" b="1">
                <a:solidFill>
                  <a:srgbClr val="102A43"/>
                </a:solidFill>
              </a:rPr>
              <a:t>Open the ticket</a:t>
            </a:r>
          </a:p>
        </p:txBody>
      </p:sp>
      <p:sp>
        <p:nvSpPr>
          <p:cNvPr id="10" name="">
            <a:extLst xmlns:a="http://schemas.openxmlformats.org/drawingml/2006/main">
              <a:ext uri="{FF2B5EF4-FFF2-40B4-BE49-F238E27FC236}">
                <a16:creationId xmlns:a16="http://schemas.microsoft.com/office/drawing/2014/main" id="{57010671-068C-4FF5-A0C4-C08D8273DF8A}"/>
              </a:ext>
            </a:extLst>
          </p:cNvPr>
          <p:cNvSpPr>
            <a:spLocks xmlns:a="http://schemas.openxmlformats.org/drawingml/2006/main" noGrp="1"/>
          </p:cNvSpPr>
          <p:nvPr/>
        </p:nvSpPr>
        <p:spPr>
          <a:xfrm xmlns:a="http://schemas.openxmlformats.org/drawingml/2006/main">
            <a:off x="4143375" y="180022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69ED82-254B-4F23-873D-F0482A5B126B}"/>
              </a:ext>
            </a:extLst>
          </p:cNvPr>
          <p:cNvSpPr>
            <a:spLocks xmlns:a="http://schemas.openxmlformats.org/drawingml/2006/main" noGrp="1"/>
          </p:cNvSpPr>
          <p:nvPr/>
        </p:nvSpPr>
        <p:spPr>
          <a:xfrm xmlns:a="http://schemas.openxmlformats.org/drawingml/2006/main">
            <a:off x="4152900" y="1809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2</a:t>
            </a:r>
          </a:p>
        </p:txBody>
      </p:sp>
      <p:sp>
        <p:nvSpPr>
          <p:cNvPr id="12" name="">
            <a:extLst xmlns:a="http://schemas.openxmlformats.org/drawingml/2006/main">
              <a:ext uri="{FF2B5EF4-FFF2-40B4-BE49-F238E27FC236}">
                <a16:creationId xmlns:a16="http://schemas.microsoft.com/office/drawing/2014/main" id="{C4131F01-920B-4643-906B-F7C9DF4E8948}"/>
              </a:ext>
            </a:extLst>
          </p:cNvPr>
          <p:cNvSpPr>
            <a:spLocks xmlns:a="http://schemas.openxmlformats.org/drawingml/2006/main" noGrp="1"/>
          </p:cNvSpPr>
          <p:nvPr/>
        </p:nvSpPr>
        <p:spPr>
          <a:xfrm xmlns:a="http://schemas.openxmlformats.org/drawingml/2006/main">
            <a:off x="4657725" y="17716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02A43"/>
                </a:solidFill>
              </a:defRPr>
            </a:defPPr>
            <a:lvl1pPr algn="l">
              <a:defRPr sz="1650" b="1">
                <a:solidFill>
                  <a:srgbClr val="102A43"/>
                </a:solidFill>
              </a:defRPr>
            </a:lvl1pPr>
            <a:lvl2pPr algn="l">
              <a:defRPr sz="1650" b="1">
                <a:solidFill>
                  <a:srgbClr val="102A43"/>
                </a:solidFill>
              </a:defRPr>
            </a:lvl2pPr>
            <a:lvl3pPr algn="l">
              <a:defRPr sz="1650" b="1">
                <a:solidFill>
                  <a:srgbClr val="102A43"/>
                </a:solidFill>
              </a:defRPr>
            </a:lvl3pPr>
            <a:lvl4pPr algn="l">
              <a:defRPr sz="1650" b="1">
                <a:solidFill>
                  <a:srgbClr val="102A43"/>
                </a:solidFill>
              </a:defRPr>
            </a:lvl4pPr>
            <a:lvl5pPr algn="l">
              <a:defRPr sz="1650" b="1">
                <a:solidFill>
                  <a:srgbClr val="102A43"/>
                </a:solidFill>
              </a:defRPr>
            </a:lvl5pPr>
            <a:lvl6pPr algn="l">
              <a:defRPr sz="1650" b="1">
                <a:solidFill>
                  <a:srgbClr val="102A43"/>
                </a:solidFill>
              </a:defRPr>
            </a:lvl6pPr>
            <a:lvl7pPr algn="l">
              <a:defRPr sz="1650" b="1">
                <a:solidFill>
                  <a:srgbClr val="102A43"/>
                </a:solidFill>
              </a:defRPr>
            </a:lvl7pPr>
            <a:lvl8pPr algn="l">
              <a:defRPr sz="1650" b="1">
                <a:solidFill>
                  <a:srgbClr val="102A43"/>
                </a:solidFill>
              </a:defRPr>
            </a:lvl8pPr>
            <a:lvl9pPr algn="l">
              <a:defRPr sz="1650" b="1">
                <a:solidFill>
                  <a:srgbClr val="102A43"/>
                </a:solidFill>
              </a:defRPr>
            </a:lvl9pPr>
          </a:lstStyle>
          <a:p xmlns:a="http://schemas.openxmlformats.org/drawingml/2006/main">
            <a:pPr algn="l">
              <a:lnSpc>
                <a:spcPct val="108000"/>
              </a:lnSpc>
              <a:buNone/>
              <a:defRPr sz="1650" b="1">
                <a:solidFill>
                  <a:srgbClr val="102A43"/>
                </a:solidFill>
              </a:defRPr>
            </a:pPr>
            <a:r>
              <a:rPr sz="1650" b="1">
                <a:solidFill>
                  <a:srgbClr val="102A43"/>
                </a:solidFill>
              </a:rPr>
              <a:t>Review details</a:t>
            </a:r>
          </a:p>
        </p:txBody>
      </p:sp>
      <p:sp>
        <p:nvSpPr>
          <p:cNvPr id="13" name="">
            <a:extLst xmlns:a="http://schemas.openxmlformats.org/drawingml/2006/main">
              <a:ext uri="{FF2B5EF4-FFF2-40B4-BE49-F238E27FC236}">
                <a16:creationId xmlns:a16="http://schemas.microsoft.com/office/drawing/2014/main" id="{BB2C7D75-29BC-46C1-92B3-92B4138F4AD4}"/>
              </a:ext>
            </a:extLst>
          </p:cNvPr>
          <p:cNvSpPr>
            <a:spLocks xmlns:a="http://schemas.openxmlformats.org/drawingml/2006/main" noGrp="1"/>
          </p:cNvSpPr>
          <p:nvPr/>
        </p:nvSpPr>
        <p:spPr>
          <a:xfrm xmlns:a="http://schemas.openxmlformats.org/drawingml/2006/main">
            <a:off x="7353300" y="180022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0B0488-09CD-4CD7-877B-F04713339D02}"/>
              </a:ext>
            </a:extLst>
          </p:cNvPr>
          <p:cNvSpPr>
            <a:spLocks xmlns:a="http://schemas.openxmlformats.org/drawingml/2006/main" noGrp="1"/>
          </p:cNvSpPr>
          <p:nvPr/>
        </p:nvSpPr>
        <p:spPr>
          <a:xfrm xmlns:a="http://schemas.openxmlformats.org/drawingml/2006/main">
            <a:off x="7362825" y="1809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3</a:t>
            </a:r>
          </a:p>
        </p:txBody>
      </p:sp>
      <p:sp>
        <p:nvSpPr>
          <p:cNvPr id="15" name="">
            <a:extLst xmlns:a="http://schemas.openxmlformats.org/drawingml/2006/main">
              <a:ext uri="{FF2B5EF4-FFF2-40B4-BE49-F238E27FC236}">
                <a16:creationId xmlns:a16="http://schemas.microsoft.com/office/drawing/2014/main" id="{98ECE2FB-0D80-4148-869C-4C609C7E6D75}"/>
              </a:ext>
            </a:extLst>
          </p:cNvPr>
          <p:cNvSpPr>
            <a:spLocks xmlns:a="http://schemas.openxmlformats.org/drawingml/2006/main" noGrp="1"/>
          </p:cNvSpPr>
          <p:nvPr/>
        </p:nvSpPr>
        <p:spPr>
          <a:xfrm xmlns:a="http://schemas.openxmlformats.org/drawingml/2006/main">
            <a:off x="7867650" y="17716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02A43"/>
                </a:solidFill>
              </a:defRPr>
            </a:defPPr>
            <a:lvl1pPr algn="l">
              <a:defRPr sz="1650" b="1">
                <a:solidFill>
                  <a:srgbClr val="102A43"/>
                </a:solidFill>
              </a:defRPr>
            </a:lvl1pPr>
            <a:lvl2pPr algn="l">
              <a:defRPr sz="1650" b="1">
                <a:solidFill>
                  <a:srgbClr val="102A43"/>
                </a:solidFill>
              </a:defRPr>
            </a:lvl2pPr>
            <a:lvl3pPr algn="l">
              <a:defRPr sz="1650" b="1">
                <a:solidFill>
                  <a:srgbClr val="102A43"/>
                </a:solidFill>
              </a:defRPr>
            </a:lvl3pPr>
            <a:lvl4pPr algn="l">
              <a:defRPr sz="1650" b="1">
                <a:solidFill>
                  <a:srgbClr val="102A43"/>
                </a:solidFill>
              </a:defRPr>
            </a:lvl4pPr>
            <a:lvl5pPr algn="l">
              <a:defRPr sz="1650" b="1">
                <a:solidFill>
                  <a:srgbClr val="102A43"/>
                </a:solidFill>
              </a:defRPr>
            </a:lvl5pPr>
            <a:lvl6pPr algn="l">
              <a:defRPr sz="1650" b="1">
                <a:solidFill>
                  <a:srgbClr val="102A43"/>
                </a:solidFill>
              </a:defRPr>
            </a:lvl6pPr>
            <a:lvl7pPr algn="l">
              <a:defRPr sz="1650" b="1">
                <a:solidFill>
                  <a:srgbClr val="102A43"/>
                </a:solidFill>
              </a:defRPr>
            </a:lvl7pPr>
            <a:lvl8pPr algn="l">
              <a:defRPr sz="1650" b="1">
                <a:solidFill>
                  <a:srgbClr val="102A43"/>
                </a:solidFill>
              </a:defRPr>
            </a:lvl8pPr>
            <a:lvl9pPr algn="l">
              <a:defRPr sz="1650" b="1">
                <a:solidFill>
                  <a:srgbClr val="102A43"/>
                </a:solidFill>
              </a:defRPr>
            </a:lvl9pPr>
          </a:lstStyle>
          <a:p xmlns:a="http://schemas.openxmlformats.org/drawingml/2006/main">
            <a:pPr algn="l">
              <a:lnSpc>
                <a:spcPct val="108000"/>
              </a:lnSpc>
              <a:buNone/>
              <a:defRPr sz="1650" b="1">
                <a:solidFill>
                  <a:srgbClr val="102A43"/>
                </a:solidFill>
              </a:defRPr>
            </a:pPr>
            <a:r>
              <a:rPr sz="1650" b="1">
                <a:solidFill>
                  <a:srgbClr val="102A43"/>
                </a:solidFill>
              </a:rPr>
              <a:t>Read ICT update</a:t>
            </a:r>
          </a:p>
        </p:txBody>
      </p:sp>
      <p:sp>
        <p:nvSpPr>
          <p:cNvPr id="16" name="">
            <a:extLst xmlns:a="http://schemas.openxmlformats.org/drawingml/2006/main">
              <a:ext uri="{FF2B5EF4-FFF2-40B4-BE49-F238E27FC236}">
                <a16:creationId xmlns:a16="http://schemas.microsoft.com/office/drawing/2014/main" id="{D4AA5E28-8935-4C96-98A1-FEA048C0F100}"/>
              </a:ext>
            </a:extLst>
          </p:cNvPr>
          <p:cNvSpPr>
            <a:spLocks xmlns:a="http://schemas.openxmlformats.org/drawingml/2006/main" noGrp="1"/>
          </p:cNvSpPr>
          <p:nvPr/>
        </p:nvSpPr>
        <p:spPr>
          <a:xfrm xmlns:a="http://schemas.openxmlformats.org/drawingml/2006/main">
            <a:off x="933450" y="364807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3B74A5-5A6D-4ACE-A93D-3DB6D5F874FD}"/>
              </a:ext>
            </a:extLst>
          </p:cNvPr>
          <p:cNvSpPr>
            <a:spLocks xmlns:a="http://schemas.openxmlformats.org/drawingml/2006/main" noGrp="1"/>
          </p:cNvSpPr>
          <p:nvPr/>
        </p:nvSpPr>
        <p:spPr>
          <a:xfrm xmlns:a="http://schemas.openxmlformats.org/drawingml/2006/main">
            <a:off x="942975" y="3657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4</a:t>
            </a:r>
          </a:p>
        </p:txBody>
      </p:sp>
      <p:sp>
        <p:nvSpPr>
          <p:cNvPr id="18" name="">
            <a:extLst xmlns:a="http://schemas.openxmlformats.org/drawingml/2006/main">
              <a:ext uri="{FF2B5EF4-FFF2-40B4-BE49-F238E27FC236}">
                <a16:creationId xmlns:a16="http://schemas.microsoft.com/office/drawing/2014/main" id="{E71319C0-3509-41D7-B38E-18775E3C7809}"/>
              </a:ext>
            </a:extLst>
          </p:cNvPr>
          <p:cNvSpPr>
            <a:spLocks xmlns:a="http://schemas.openxmlformats.org/drawingml/2006/main" noGrp="1"/>
          </p:cNvSpPr>
          <p:nvPr/>
        </p:nvSpPr>
        <p:spPr>
          <a:xfrm xmlns:a="http://schemas.openxmlformats.org/drawingml/2006/main">
            <a:off x="1447800" y="36195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02A43"/>
                </a:solidFill>
              </a:defRPr>
            </a:defPPr>
            <a:lvl1pPr algn="l">
              <a:defRPr sz="1650" b="1">
                <a:solidFill>
                  <a:srgbClr val="102A43"/>
                </a:solidFill>
              </a:defRPr>
            </a:lvl1pPr>
            <a:lvl2pPr algn="l">
              <a:defRPr sz="1650" b="1">
                <a:solidFill>
                  <a:srgbClr val="102A43"/>
                </a:solidFill>
              </a:defRPr>
            </a:lvl2pPr>
            <a:lvl3pPr algn="l">
              <a:defRPr sz="1650" b="1">
                <a:solidFill>
                  <a:srgbClr val="102A43"/>
                </a:solidFill>
              </a:defRPr>
            </a:lvl3pPr>
            <a:lvl4pPr algn="l">
              <a:defRPr sz="1650" b="1">
                <a:solidFill>
                  <a:srgbClr val="102A43"/>
                </a:solidFill>
              </a:defRPr>
            </a:lvl4pPr>
            <a:lvl5pPr algn="l">
              <a:defRPr sz="1650" b="1">
                <a:solidFill>
                  <a:srgbClr val="102A43"/>
                </a:solidFill>
              </a:defRPr>
            </a:lvl5pPr>
            <a:lvl6pPr algn="l">
              <a:defRPr sz="1650" b="1">
                <a:solidFill>
                  <a:srgbClr val="102A43"/>
                </a:solidFill>
              </a:defRPr>
            </a:lvl6pPr>
            <a:lvl7pPr algn="l">
              <a:defRPr sz="1650" b="1">
                <a:solidFill>
                  <a:srgbClr val="102A43"/>
                </a:solidFill>
              </a:defRPr>
            </a:lvl7pPr>
            <a:lvl8pPr algn="l">
              <a:defRPr sz="1650" b="1">
                <a:solidFill>
                  <a:srgbClr val="102A43"/>
                </a:solidFill>
              </a:defRPr>
            </a:lvl8pPr>
            <a:lvl9pPr algn="l">
              <a:defRPr sz="1650" b="1">
                <a:solidFill>
                  <a:srgbClr val="102A43"/>
                </a:solidFill>
              </a:defRPr>
            </a:lvl9pPr>
          </a:lstStyle>
          <a:p xmlns:a="http://schemas.openxmlformats.org/drawingml/2006/main">
            <a:pPr algn="l">
              <a:lnSpc>
                <a:spcPct val="108000"/>
              </a:lnSpc>
              <a:buNone/>
              <a:defRPr sz="1650" b="1">
                <a:solidFill>
                  <a:srgbClr val="102A43"/>
                </a:solidFill>
              </a:defRPr>
            </a:pPr>
            <a:r>
              <a:rPr sz="1650" b="1">
                <a:solidFill>
                  <a:srgbClr val="102A43"/>
                </a:solidFill>
              </a:rPr>
              <a:t>Reply if asked</a:t>
            </a:r>
          </a:p>
        </p:txBody>
      </p:sp>
      <p:sp>
        <p:nvSpPr>
          <p:cNvPr id="19" name="">
            <a:extLst xmlns:a="http://schemas.openxmlformats.org/drawingml/2006/main">
              <a:ext uri="{FF2B5EF4-FFF2-40B4-BE49-F238E27FC236}">
                <a16:creationId xmlns:a16="http://schemas.microsoft.com/office/drawing/2014/main" id="{94780490-FD73-4516-BE01-C046703021D0}"/>
              </a:ext>
            </a:extLst>
          </p:cNvPr>
          <p:cNvSpPr>
            <a:spLocks xmlns:a="http://schemas.openxmlformats.org/drawingml/2006/main" noGrp="1"/>
          </p:cNvSpPr>
          <p:nvPr/>
        </p:nvSpPr>
        <p:spPr>
          <a:xfrm xmlns:a="http://schemas.openxmlformats.org/drawingml/2006/main">
            <a:off x="4143375" y="364807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893768-D138-407B-8802-8982742ED614}"/>
              </a:ext>
            </a:extLst>
          </p:cNvPr>
          <p:cNvSpPr>
            <a:spLocks xmlns:a="http://schemas.openxmlformats.org/drawingml/2006/main" noGrp="1"/>
          </p:cNvSpPr>
          <p:nvPr/>
        </p:nvSpPr>
        <p:spPr>
          <a:xfrm xmlns:a="http://schemas.openxmlformats.org/drawingml/2006/main">
            <a:off x="4152900" y="3657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5</a:t>
            </a:r>
          </a:p>
        </p:txBody>
      </p:sp>
      <p:sp>
        <p:nvSpPr>
          <p:cNvPr id="21" name="">
            <a:extLst xmlns:a="http://schemas.openxmlformats.org/drawingml/2006/main">
              <a:ext uri="{FF2B5EF4-FFF2-40B4-BE49-F238E27FC236}">
                <a16:creationId xmlns:a16="http://schemas.microsoft.com/office/drawing/2014/main" id="{77674235-ADD0-470E-9C1D-7A84119F8EA8}"/>
              </a:ext>
            </a:extLst>
          </p:cNvPr>
          <p:cNvSpPr>
            <a:spLocks xmlns:a="http://schemas.openxmlformats.org/drawingml/2006/main" noGrp="1"/>
          </p:cNvSpPr>
          <p:nvPr/>
        </p:nvSpPr>
        <p:spPr>
          <a:xfrm xmlns:a="http://schemas.openxmlformats.org/drawingml/2006/main">
            <a:off x="4657725" y="36195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02A43"/>
                </a:solidFill>
              </a:defRPr>
            </a:defPPr>
            <a:lvl1pPr algn="l">
              <a:defRPr sz="1650" b="1">
                <a:solidFill>
                  <a:srgbClr val="102A43"/>
                </a:solidFill>
              </a:defRPr>
            </a:lvl1pPr>
            <a:lvl2pPr algn="l">
              <a:defRPr sz="1650" b="1">
                <a:solidFill>
                  <a:srgbClr val="102A43"/>
                </a:solidFill>
              </a:defRPr>
            </a:lvl2pPr>
            <a:lvl3pPr algn="l">
              <a:defRPr sz="1650" b="1">
                <a:solidFill>
                  <a:srgbClr val="102A43"/>
                </a:solidFill>
              </a:defRPr>
            </a:lvl3pPr>
            <a:lvl4pPr algn="l">
              <a:defRPr sz="1650" b="1">
                <a:solidFill>
                  <a:srgbClr val="102A43"/>
                </a:solidFill>
              </a:defRPr>
            </a:lvl4pPr>
            <a:lvl5pPr algn="l">
              <a:defRPr sz="1650" b="1">
                <a:solidFill>
                  <a:srgbClr val="102A43"/>
                </a:solidFill>
              </a:defRPr>
            </a:lvl5pPr>
            <a:lvl6pPr algn="l">
              <a:defRPr sz="1650" b="1">
                <a:solidFill>
                  <a:srgbClr val="102A43"/>
                </a:solidFill>
              </a:defRPr>
            </a:lvl6pPr>
            <a:lvl7pPr algn="l">
              <a:defRPr sz="1650" b="1">
                <a:solidFill>
                  <a:srgbClr val="102A43"/>
                </a:solidFill>
              </a:defRPr>
            </a:lvl7pPr>
            <a:lvl8pPr algn="l">
              <a:defRPr sz="1650" b="1">
                <a:solidFill>
                  <a:srgbClr val="102A43"/>
                </a:solidFill>
              </a:defRPr>
            </a:lvl8pPr>
            <a:lvl9pPr algn="l">
              <a:defRPr sz="1650" b="1">
                <a:solidFill>
                  <a:srgbClr val="102A43"/>
                </a:solidFill>
              </a:defRPr>
            </a:lvl9pPr>
          </a:lstStyle>
          <a:p xmlns:a="http://schemas.openxmlformats.org/drawingml/2006/main">
            <a:pPr algn="l">
              <a:lnSpc>
                <a:spcPct val="108000"/>
              </a:lnSpc>
              <a:buNone/>
              <a:defRPr sz="1650" b="1">
                <a:solidFill>
                  <a:srgbClr val="102A43"/>
                </a:solidFill>
              </a:defRPr>
            </a:pPr>
            <a:r>
              <a:rPr sz="1650" b="1">
                <a:solidFill>
                  <a:srgbClr val="102A43"/>
                </a:solidFill>
              </a:rPr>
              <a:t>Attach helpful photo</a:t>
            </a:r>
          </a:p>
        </p:txBody>
      </p:sp>
      <p:sp>
        <p:nvSpPr>
          <p:cNvPr id="22" name="">
            <a:extLst xmlns:a="http://schemas.openxmlformats.org/drawingml/2006/main">
              <a:ext uri="{FF2B5EF4-FFF2-40B4-BE49-F238E27FC236}">
                <a16:creationId xmlns:a16="http://schemas.microsoft.com/office/drawing/2014/main" id="{554883BD-5365-4583-9C46-655DD51C12AD}"/>
              </a:ext>
            </a:extLst>
          </p:cNvPr>
          <p:cNvSpPr>
            <a:spLocks xmlns:a="http://schemas.openxmlformats.org/drawingml/2006/main" noGrp="1"/>
          </p:cNvSpPr>
          <p:nvPr/>
        </p:nvSpPr>
        <p:spPr>
          <a:xfrm xmlns:a="http://schemas.openxmlformats.org/drawingml/2006/main">
            <a:off x="7353300" y="3648075"/>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94215FC-0526-4937-94E1-C0B1542E73ED}"/>
              </a:ext>
            </a:extLst>
          </p:cNvPr>
          <p:cNvSpPr>
            <a:spLocks xmlns:a="http://schemas.openxmlformats.org/drawingml/2006/main" noGrp="1"/>
          </p:cNvSpPr>
          <p:nvPr/>
        </p:nvSpPr>
        <p:spPr>
          <a:xfrm xmlns:a="http://schemas.openxmlformats.org/drawingml/2006/main">
            <a:off x="7362825" y="3657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6</a:t>
            </a:r>
          </a:p>
        </p:txBody>
      </p:sp>
      <p:sp>
        <p:nvSpPr>
          <p:cNvPr id="24" name="">
            <a:extLst xmlns:a="http://schemas.openxmlformats.org/drawingml/2006/main">
              <a:ext uri="{FF2B5EF4-FFF2-40B4-BE49-F238E27FC236}">
                <a16:creationId xmlns:a16="http://schemas.microsoft.com/office/drawing/2014/main" id="{98D514A5-083A-4ED8-B8F4-D51A2621AB98}"/>
              </a:ext>
            </a:extLst>
          </p:cNvPr>
          <p:cNvSpPr>
            <a:spLocks xmlns:a="http://schemas.openxmlformats.org/drawingml/2006/main" noGrp="1"/>
          </p:cNvSpPr>
          <p:nvPr/>
        </p:nvSpPr>
        <p:spPr>
          <a:xfrm xmlns:a="http://schemas.openxmlformats.org/drawingml/2006/main">
            <a:off x="7867650" y="36195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02A43"/>
                </a:solidFill>
              </a:defRPr>
            </a:defPPr>
            <a:lvl1pPr algn="l">
              <a:defRPr sz="1650" b="1">
                <a:solidFill>
                  <a:srgbClr val="102A43"/>
                </a:solidFill>
              </a:defRPr>
            </a:lvl1pPr>
            <a:lvl2pPr algn="l">
              <a:defRPr sz="1650" b="1">
                <a:solidFill>
                  <a:srgbClr val="102A43"/>
                </a:solidFill>
              </a:defRPr>
            </a:lvl2pPr>
            <a:lvl3pPr algn="l">
              <a:defRPr sz="1650" b="1">
                <a:solidFill>
                  <a:srgbClr val="102A43"/>
                </a:solidFill>
              </a:defRPr>
            </a:lvl3pPr>
            <a:lvl4pPr algn="l">
              <a:defRPr sz="1650" b="1">
                <a:solidFill>
                  <a:srgbClr val="102A43"/>
                </a:solidFill>
              </a:defRPr>
            </a:lvl4pPr>
            <a:lvl5pPr algn="l">
              <a:defRPr sz="1650" b="1">
                <a:solidFill>
                  <a:srgbClr val="102A43"/>
                </a:solidFill>
              </a:defRPr>
            </a:lvl5pPr>
            <a:lvl6pPr algn="l">
              <a:defRPr sz="1650" b="1">
                <a:solidFill>
                  <a:srgbClr val="102A43"/>
                </a:solidFill>
              </a:defRPr>
            </a:lvl6pPr>
            <a:lvl7pPr algn="l">
              <a:defRPr sz="1650" b="1">
                <a:solidFill>
                  <a:srgbClr val="102A43"/>
                </a:solidFill>
              </a:defRPr>
            </a:lvl7pPr>
            <a:lvl8pPr algn="l">
              <a:defRPr sz="1650" b="1">
                <a:solidFill>
                  <a:srgbClr val="102A43"/>
                </a:solidFill>
              </a:defRPr>
            </a:lvl8pPr>
            <a:lvl9pPr algn="l">
              <a:defRPr sz="1650" b="1">
                <a:solidFill>
                  <a:srgbClr val="102A43"/>
                </a:solidFill>
              </a:defRPr>
            </a:lvl9pPr>
          </a:lstStyle>
          <a:p xmlns:a="http://schemas.openxmlformats.org/drawingml/2006/main">
            <a:pPr algn="l">
              <a:lnSpc>
                <a:spcPct val="108000"/>
              </a:lnSpc>
              <a:buNone/>
              <a:defRPr sz="1650" b="1">
                <a:solidFill>
                  <a:srgbClr val="102A43"/>
                </a:solidFill>
              </a:defRPr>
            </a:pPr>
            <a:r>
              <a:rPr sz="1650" b="1">
                <a:solidFill>
                  <a:srgbClr val="102A43"/>
                </a:solidFill>
              </a:rPr>
              <a:t>Continue tracking</a:t>
            </a:r>
          </a:p>
        </p:txBody>
      </p:sp>
      <p:sp>
        <p:nvSpPr>
          <p:cNvPr id="25" name="">
            <a:extLst xmlns:a="http://schemas.openxmlformats.org/drawingml/2006/main">
              <a:ext uri="{FF2B5EF4-FFF2-40B4-BE49-F238E27FC236}">
                <a16:creationId xmlns:a16="http://schemas.microsoft.com/office/drawing/2014/main" id="{16AFF8C9-98BD-4A20-8315-B026B4A6F192}"/>
              </a:ext>
            </a:extLst>
          </p:cNvPr>
          <p:cNvSpPr>
            <a:spLocks xmlns:a="http://schemas.openxmlformats.org/drawingml/2006/main" noGrp="1"/>
          </p:cNvSpPr>
          <p:nvPr/>
        </p:nvSpPr>
        <p:spPr>
          <a:xfrm xmlns:a="http://schemas.openxmlformats.org/drawingml/2006/main">
            <a:off x="866775" y="2705100"/>
            <a:ext cx="1019175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FF5C2C5-9904-4797-986A-E068D026B7F9}"/>
              </a:ext>
            </a:extLst>
          </p:cNvPr>
          <p:cNvSpPr>
            <a:spLocks xmlns:a="http://schemas.openxmlformats.org/drawingml/2006/main" noGrp="1"/>
          </p:cNvSpPr>
          <p:nvPr/>
        </p:nvSpPr>
        <p:spPr>
          <a:xfrm xmlns:a="http://schemas.openxmlformats.org/drawingml/2006/main">
            <a:off x="866775" y="4552950"/>
            <a:ext cx="1019175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75198D1-5587-45CE-B1F2-FB45AD1B75A0}"/>
              </a:ext>
            </a:extLst>
          </p:cNvPr>
          <p:cNvSpPr>
            <a:spLocks xmlns:a="http://schemas.openxmlformats.org/drawingml/2006/main" noGrp="1"/>
          </p:cNvSpPr>
          <p:nvPr/>
        </p:nvSpPr>
        <p:spPr>
          <a:xfrm xmlns:a="http://schemas.openxmlformats.org/drawingml/2006/main">
            <a:off x="914400" y="52197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526777"/>
                </a:solidFill>
              </a:defRPr>
            </a:defPPr>
            <a:lvl1pPr algn="ctr">
              <a:defRPr sz="1500" b="0">
                <a:solidFill>
                  <a:srgbClr val="526777"/>
                </a:solidFill>
              </a:defRPr>
            </a:lvl1pPr>
            <a:lvl2pPr algn="ctr">
              <a:defRPr sz="1500" b="0">
                <a:solidFill>
                  <a:srgbClr val="526777"/>
                </a:solidFill>
              </a:defRPr>
            </a:lvl2pPr>
            <a:lvl3pPr algn="ctr">
              <a:defRPr sz="1500" b="0">
                <a:solidFill>
                  <a:srgbClr val="526777"/>
                </a:solidFill>
              </a:defRPr>
            </a:lvl3pPr>
            <a:lvl4pPr algn="ctr">
              <a:defRPr sz="1500" b="0">
                <a:solidFill>
                  <a:srgbClr val="526777"/>
                </a:solidFill>
              </a:defRPr>
            </a:lvl4pPr>
            <a:lvl5pPr algn="ctr">
              <a:defRPr sz="1500" b="0">
                <a:solidFill>
                  <a:srgbClr val="526777"/>
                </a:solidFill>
              </a:defRPr>
            </a:lvl5pPr>
            <a:lvl6pPr algn="ctr">
              <a:defRPr sz="1500" b="0">
                <a:solidFill>
                  <a:srgbClr val="526777"/>
                </a:solidFill>
              </a:defRPr>
            </a:lvl6pPr>
            <a:lvl7pPr algn="ctr">
              <a:defRPr sz="1500" b="0">
                <a:solidFill>
                  <a:srgbClr val="526777"/>
                </a:solidFill>
              </a:defRPr>
            </a:lvl7pPr>
            <a:lvl8pPr algn="ctr">
              <a:defRPr sz="1500" b="0">
                <a:solidFill>
                  <a:srgbClr val="526777"/>
                </a:solidFill>
              </a:defRPr>
            </a:lvl8pPr>
            <a:lvl9pPr algn="ctr">
              <a:defRPr sz="1500" b="0">
                <a:solidFill>
                  <a:srgbClr val="526777"/>
                </a:solidFill>
              </a:defRPr>
            </a:lvl9pPr>
          </a:lstStyle>
          <a:p xmlns:a="http://schemas.openxmlformats.org/drawingml/2006/main">
            <a:pPr algn="ctr">
              <a:lnSpc>
                <a:spcPct val="108000"/>
              </a:lnSpc>
              <a:buNone/>
              <a:defRPr sz="1500" b="0">
                <a:solidFill>
                  <a:srgbClr val="526777"/>
                </a:solidFill>
              </a:defRPr>
            </a:pPr>
            <a:r>
              <a:rPr sz="1500" b="0">
                <a:solidFill>
                  <a:srgbClr val="526777"/>
                </a:solidFill>
              </a:rPr>
              <a:t>The employee can use the ticket’s message area to ask a question or provide requested information.</a:t>
            </a:r>
          </a:p>
        </p:txBody>
      </p:sp>
    </p:spTree>
    <p:extLst>
      <p:ext uri="{BB962C8B-B14F-4D97-AF65-F5344CB8AC3E}">
        <p14:creationId xmlns:p14="http://schemas.microsoft.com/office/powerpoint/2010/main" val="656715051"/>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DA1FD7B-6F5C-402D-AAE1-9C517F5F32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C8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9D75BC-7A96-44CB-9335-A06D589E7403}"/>
              </a:ext>
            </a:extLst>
          </p:cNvPr>
          <p:cNvSpPr>
            <a:spLocks xmlns:a="http://schemas.openxmlformats.org/drawingml/2006/main" noGrp="1"/>
          </p:cNvSpPr>
          <p:nvPr/>
        </p:nvSpPr>
        <p:spPr>
          <a:xfrm xmlns:a="http://schemas.openxmlformats.org/drawingml/2006/main">
            <a:off x="628650" y="36195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925" b="1">
                <a:solidFill>
                  <a:srgbClr val="102A43"/>
                </a:solidFill>
              </a:defRPr>
            </a:defPPr>
            <a:lvl1pPr algn="l">
              <a:defRPr sz="2925" b="1">
                <a:solidFill>
                  <a:srgbClr val="102A43"/>
                </a:solidFill>
              </a:defRPr>
            </a:lvl1pPr>
            <a:lvl2pPr algn="l">
              <a:defRPr sz="2925" b="1">
                <a:solidFill>
                  <a:srgbClr val="102A43"/>
                </a:solidFill>
              </a:defRPr>
            </a:lvl2pPr>
            <a:lvl3pPr algn="l">
              <a:defRPr sz="2925" b="1">
                <a:solidFill>
                  <a:srgbClr val="102A43"/>
                </a:solidFill>
              </a:defRPr>
            </a:lvl3pPr>
            <a:lvl4pPr algn="l">
              <a:defRPr sz="2925" b="1">
                <a:solidFill>
                  <a:srgbClr val="102A43"/>
                </a:solidFill>
              </a:defRPr>
            </a:lvl4pPr>
            <a:lvl5pPr algn="l">
              <a:defRPr sz="2925" b="1">
                <a:solidFill>
                  <a:srgbClr val="102A43"/>
                </a:solidFill>
              </a:defRPr>
            </a:lvl5pPr>
            <a:lvl6pPr algn="l">
              <a:defRPr sz="2925" b="1">
                <a:solidFill>
                  <a:srgbClr val="102A43"/>
                </a:solidFill>
              </a:defRPr>
            </a:lvl6pPr>
            <a:lvl7pPr algn="l">
              <a:defRPr sz="2925" b="1">
                <a:solidFill>
                  <a:srgbClr val="102A43"/>
                </a:solidFill>
              </a:defRPr>
            </a:lvl7pPr>
            <a:lvl8pPr algn="l">
              <a:defRPr sz="2925" b="1">
                <a:solidFill>
                  <a:srgbClr val="102A43"/>
                </a:solidFill>
              </a:defRPr>
            </a:lvl8pPr>
            <a:lvl9pPr algn="l">
              <a:defRPr sz="2925" b="1">
                <a:solidFill>
                  <a:srgbClr val="102A43"/>
                </a:solidFill>
              </a:defRPr>
            </a:lvl9pPr>
          </a:lstStyle>
          <a:p xmlns:a="http://schemas.openxmlformats.org/drawingml/2006/main">
            <a:pPr algn="l">
              <a:lnSpc>
                <a:spcPct val="108000"/>
              </a:lnSpc>
              <a:buNone/>
              <a:defRPr sz="2925" b="1">
                <a:solidFill>
                  <a:srgbClr val="102A43"/>
                </a:solidFill>
              </a:defRPr>
            </a:pPr>
            <a:r>
              <a:rPr sz="2925" b="1">
                <a:solidFill>
                  <a:srgbClr val="102A43"/>
                </a:solidFill>
              </a:rPr>
              <a:t>Other employee-side paths</a:t>
            </a:r>
          </a:p>
        </p:txBody>
      </p:sp>
      <p:sp>
        <p:nvSpPr>
          <p:cNvPr id="3" name="">
            <a:extLst xmlns:a="http://schemas.openxmlformats.org/drawingml/2006/main">
              <a:ext uri="{FF2B5EF4-FFF2-40B4-BE49-F238E27FC236}">
                <a16:creationId xmlns:a16="http://schemas.microsoft.com/office/drawing/2014/main" id="{A81EE8DB-F6CC-4C8B-B16E-CADF2642544F}"/>
              </a:ext>
            </a:extLst>
          </p:cNvPr>
          <p:cNvSpPr>
            <a:spLocks xmlns:a="http://schemas.openxmlformats.org/drawingml/2006/main" noGrp="1"/>
          </p:cNvSpPr>
          <p:nvPr/>
        </p:nvSpPr>
        <p:spPr>
          <a:xfrm xmlns:a="http://schemas.openxmlformats.org/drawingml/2006/main">
            <a:off x="647700" y="9429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pPr algn="l">
              <a:lnSpc>
                <a:spcPct val="108000"/>
              </a:lnSpc>
              <a:buNone/>
              <a:defRPr sz="1500" b="0">
                <a:solidFill>
                  <a:srgbClr val="526777"/>
                </a:solidFill>
              </a:defRPr>
            </a:pPr>
            <a:r>
              <a:rPr sz="1500" b="0">
                <a:solidFill>
                  <a:srgbClr val="526777"/>
                </a:solidFill>
              </a:rPr>
              <a:t>Two paths can branch from the standard ticket process.</a:t>
            </a:r>
          </a:p>
        </p:txBody>
      </p:sp>
      <p:sp>
        <p:nvSpPr>
          <p:cNvPr id="4" name="">
            <a:extLst xmlns:a="http://schemas.openxmlformats.org/drawingml/2006/main">
              <a:ext uri="{FF2B5EF4-FFF2-40B4-BE49-F238E27FC236}">
                <a16:creationId xmlns:a16="http://schemas.microsoft.com/office/drawing/2014/main" id="{F143E068-EE64-4216-88FE-F506FA2E9C5B}"/>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04162B-82F1-4C13-B65E-A3C99E37AF9B}"/>
              </a:ext>
            </a:extLst>
          </p:cNvPr>
          <p:cNvSpPr>
            <a:spLocks xmlns:a="http://schemas.openxmlformats.org/drawingml/2006/main" noGrp="1"/>
          </p:cNvSpPr>
          <p:nvPr/>
        </p:nvSpPr>
        <p:spPr>
          <a:xfrm xmlns:a="http://schemas.openxmlformats.org/drawingml/2006/main">
            <a:off x="647700" y="62865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A9AA5"/>
                </a:solidFill>
              </a:defRPr>
            </a:defPPr>
            <a:lvl1pPr algn="l">
              <a:defRPr sz="975" b="1">
                <a:solidFill>
                  <a:srgbClr val="8A9AA5"/>
                </a:solidFill>
              </a:defRPr>
            </a:lvl1pPr>
            <a:lvl2pPr algn="l">
              <a:defRPr sz="975" b="1">
                <a:solidFill>
                  <a:srgbClr val="8A9AA5"/>
                </a:solidFill>
              </a:defRPr>
            </a:lvl2pPr>
            <a:lvl3pPr algn="l">
              <a:defRPr sz="975" b="1">
                <a:solidFill>
                  <a:srgbClr val="8A9AA5"/>
                </a:solidFill>
              </a:defRPr>
            </a:lvl3pPr>
            <a:lvl4pPr algn="l">
              <a:defRPr sz="975" b="1">
                <a:solidFill>
                  <a:srgbClr val="8A9AA5"/>
                </a:solidFill>
              </a:defRPr>
            </a:lvl4pPr>
            <a:lvl5pPr algn="l">
              <a:defRPr sz="975" b="1">
                <a:solidFill>
                  <a:srgbClr val="8A9AA5"/>
                </a:solidFill>
              </a:defRPr>
            </a:lvl5pPr>
            <a:lvl6pPr algn="l">
              <a:defRPr sz="975" b="1">
                <a:solidFill>
                  <a:srgbClr val="8A9AA5"/>
                </a:solidFill>
              </a:defRPr>
            </a:lvl6pPr>
            <a:lvl7pPr algn="l">
              <a:defRPr sz="975" b="1">
                <a:solidFill>
                  <a:srgbClr val="8A9AA5"/>
                </a:solidFill>
              </a:defRPr>
            </a:lvl7pPr>
            <a:lvl8pPr algn="l">
              <a:defRPr sz="975" b="1">
                <a:solidFill>
                  <a:srgbClr val="8A9AA5"/>
                </a:solidFill>
              </a:defRPr>
            </a:lvl8pPr>
            <a:lvl9pPr algn="l">
              <a:defRPr sz="975" b="1">
                <a:solidFill>
                  <a:srgbClr val="8A9AA5"/>
                </a:solidFill>
              </a:defRPr>
            </a:lvl9pPr>
          </a:lstStyle>
          <a:p xmlns:a="http://schemas.openxmlformats.org/drawingml/2006/main">
            <a:pPr algn="l">
              <a:lnSpc>
                <a:spcPct val="108000"/>
              </a:lnSpc>
              <a:buNone/>
              <a:defRPr sz="975" b="1">
                <a:solidFill>
                  <a:srgbClr val="8A9AA5"/>
                </a:solidFill>
              </a:defRPr>
            </a:pPr>
            <a:r>
              <a:rPr sz="975" b="1">
                <a:solidFill>
                  <a:srgbClr val="8A9AA5"/>
                </a:solidFill>
              </a:rPr>
              <a:t>MEMPCO  •  EMPLOYEE ICT HELPDESK</a:t>
            </a:r>
          </a:p>
        </p:txBody>
      </p:sp>
      <p:sp>
        <p:nvSpPr>
          <p:cNvPr id="6" name="">
            <a:extLst xmlns:a="http://schemas.openxmlformats.org/drawingml/2006/main">
              <a:ext uri="{FF2B5EF4-FFF2-40B4-BE49-F238E27FC236}">
                <a16:creationId xmlns:a16="http://schemas.microsoft.com/office/drawing/2014/main" id="{F61ED038-E16C-4219-956E-D28771980CD1}"/>
              </a:ext>
            </a:extLst>
          </p:cNvPr>
          <p:cNvSpPr>
            <a:spLocks xmlns:a="http://schemas.openxmlformats.org/drawingml/2006/main" noGrp="1"/>
          </p:cNvSpPr>
          <p:nvPr/>
        </p:nvSpPr>
        <p:spPr>
          <a:xfrm xmlns:a="http://schemas.openxmlformats.org/drawingml/2006/main">
            <a:off x="10887075" y="62579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68C8C"/>
                </a:solidFill>
              </a:defRPr>
            </a:defPPr>
            <a:lvl1pPr algn="r">
              <a:defRPr sz="1125" b="1">
                <a:solidFill>
                  <a:srgbClr val="168C8C"/>
                </a:solidFill>
              </a:defRPr>
            </a:lvl1pPr>
            <a:lvl2pPr algn="r">
              <a:defRPr sz="1125" b="1">
                <a:solidFill>
                  <a:srgbClr val="168C8C"/>
                </a:solidFill>
              </a:defRPr>
            </a:lvl2pPr>
            <a:lvl3pPr algn="r">
              <a:defRPr sz="1125" b="1">
                <a:solidFill>
                  <a:srgbClr val="168C8C"/>
                </a:solidFill>
              </a:defRPr>
            </a:lvl3pPr>
            <a:lvl4pPr algn="r">
              <a:defRPr sz="1125" b="1">
                <a:solidFill>
                  <a:srgbClr val="168C8C"/>
                </a:solidFill>
              </a:defRPr>
            </a:lvl4pPr>
            <a:lvl5pPr algn="r">
              <a:defRPr sz="1125" b="1">
                <a:solidFill>
                  <a:srgbClr val="168C8C"/>
                </a:solidFill>
              </a:defRPr>
            </a:lvl5pPr>
            <a:lvl6pPr algn="r">
              <a:defRPr sz="1125" b="1">
                <a:solidFill>
                  <a:srgbClr val="168C8C"/>
                </a:solidFill>
              </a:defRPr>
            </a:lvl6pPr>
            <a:lvl7pPr algn="r">
              <a:defRPr sz="1125" b="1">
                <a:solidFill>
                  <a:srgbClr val="168C8C"/>
                </a:solidFill>
              </a:defRPr>
            </a:lvl7pPr>
            <a:lvl8pPr algn="r">
              <a:defRPr sz="1125" b="1">
                <a:solidFill>
                  <a:srgbClr val="168C8C"/>
                </a:solidFill>
              </a:defRPr>
            </a:lvl8pPr>
            <a:lvl9pPr algn="r">
              <a:defRPr sz="1125" b="1">
                <a:solidFill>
                  <a:srgbClr val="168C8C"/>
                </a:solidFill>
              </a:defRPr>
            </a:lvl9pPr>
          </a:lstStyle>
          <a:p xmlns:a="http://schemas.openxmlformats.org/drawingml/2006/main">
            <a:pPr algn="r">
              <a:lnSpc>
                <a:spcPct val="108000"/>
              </a:lnSpc>
              <a:buNone/>
              <a:defRPr sz="1125" b="1">
                <a:solidFill>
                  <a:srgbClr val="168C8C"/>
                </a:solidFill>
              </a:defRPr>
            </a:pPr>
            <a:r>
              <a:rPr sz="1125" b="1">
                <a:solidFill>
                  <a:srgbClr val="168C8C"/>
                </a:solidFill>
              </a:rPr>
              <a:t>10</a:t>
            </a:r>
          </a:p>
        </p:txBody>
      </p:sp>
      <p:sp>
        <p:nvSpPr>
          <p:cNvPr id="7" name="">
            <a:extLst xmlns:a="http://schemas.openxmlformats.org/drawingml/2006/main">
              <a:ext uri="{FF2B5EF4-FFF2-40B4-BE49-F238E27FC236}">
                <a16:creationId xmlns:a16="http://schemas.microsoft.com/office/drawing/2014/main" id="{07125F2E-B754-4B9A-A788-D011F1FA9215}"/>
              </a:ext>
            </a:extLst>
          </p:cNvPr>
          <p:cNvSpPr>
            <a:spLocks xmlns:a="http://schemas.openxmlformats.org/drawingml/2006/main" noGrp="1"/>
          </p:cNvSpPr>
          <p:nvPr/>
        </p:nvSpPr>
        <p:spPr>
          <a:xfrm xmlns:a="http://schemas.openxmlformats.org/drawingml/2006/main">
            <a:off x="866775" y="162877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8C8C"/>
                </a:solidFill>
              </a:defRPr>
            </a:defPPr>
            <a:lvl1pPr algn="l">
              <a:defRPr sz="1350" b="1">
                <a:solidFill>
                  <a:srgbClr val="168C8C"/>
                </a:solidFill>
              </a:defRPr>
            </a:lvl1pPr>
            <a:lvl2pPr algn="l">
              <a:defRPr sz="1350" b="1">
                <a:solidFill>
                  <a:srgbClr val="168C8C"/>
                </a:solidFill>
              </a:defRPr>
            </a:lvl2pPr>
            <a:lvl3pPr algn="l">
              <a:defRPr sz="1350" b="1">
                <a:solidFill>
                  <a:srgbClr val="168C8C"/>
                </a:solidFill>
              </a:defRPr>
            </a:lvl3pPr>
            <a:lvl4pPr algn="l">
              <a:defRPr sz="1350" b="1">
                <a:solidFill>
                  <a:srgbClr val="168C8C"/>
                </a:solidFill>
              </a:defRPr>
            </a:lvl4pPr>
            <a:lvl5pPr algn="l">
              <a:defRPr sz="1350" b="1">
                <a:solidFill>
                  <a:srgbClr val="168C8C"/>
                </a:solidFill>
              </a:defRPr>
            </a:lvl5pPr>
            <a:lvl6pPr algn="l">
              <a:defRPr sz="1350" b="1">
                <a:solidFill>
                  <a:srgbClr val="168C8C"/>
                </a:solidFill>
              </a:defRPr>
            </a:lvl6pPr>
            <a:lvl7pPr algn="l">
              <a:defRPr sz="1350" b="1">
                <a:solidFill>
                  <a:srgbClr val="168C8C"/>
                </a:solidFill>
              </a:defRPr>
            </a:lvl7pPr>
            <a:lvl8pPr algn="l">
              <a:defRPr sz="1350" b="1">
                <a:solidFill>
                  <a:srgbClr val="168C8C"/>
                </a:solidFill>
              </a:defRPr>
            </a:lvl8pPr>
            <a:lvl9pPr algn="l">
              <a:defRPr sz="1350" b="1">
                <a:solidFill>
                  <a:srgbClr val="168C8C"/>
                </a:solidFill>
              </a:defRPr>
            </a:lvl9pPr>
          </a:lstStyle>
          <a:p xmlns:a="http://schemas.openxmlformats.org/drawingml/2006/main">
            <a:pPr algn="l">
              <a:lnSpc>
                <a:spcPct val="108000"/>
              </a:lnSpc>
              <a:buNone/>
              <a:defRPr sz="1350" b="1">
                <a:solidFill>
                  <a:srgbClr val="168C8C"/>
                </a:solidFill>
              </a:defRPr>
            </a:pPr>
            <a:r>
              <a:rPr sz="1350" b="1">
                <a:solidFill>
                  <a:srgbClr val="168C8C"/>
                </a:solidFill>
              </a:rPr>
              <a:t>EDIT A TICKET</a:t>
            </a:r>
          </a:p>
        </p:txBody>
      </p:sp>
      <p:sp>
        <p:nvSpPr>
          <p:cNvPr id="8" name="">
            <a:extLst xmlns:a="http://schemas.openxmlformats.org/drawingml/2006/main">
              <a:ext uri="{FF2B5EF4-FFF2-40B4-BE49-F238E27FC236}">
                <a16:creationId xmlns:a16="http://schemas.microsoft.com/office/drawing/2014/main" id="{B3D7AA39-6451-4ED4-8745-74667AAF64C7}"/>
              </a:ext>
            </a:extLst>
          </p:cNvPr>
          <p:cNvSpPr>
            <a:spLocks xmlns:a="http://schemas.openxmlformats.org/drawingml/2006/main" noGrp="1"/>
          </p:cNvSpPr>
          <p:nvPr/>
        </p:nvSpPr>
        <p:spPr>
          <a:xfrm xmlns:a="http://schemas.openxmlformats.org/drawingml/2006/main">
            <a:off x="866775" y="2009775"/>
            <a:ext cx="4524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defRPr>
            </a:defPPr>
            <a:lvl1pPr algn="l">
              <a:defRPr sz="2100" b="1">
                <a:solidFill>
                  <a:srgbClr val="102A43"/>
                </a:solidFill>
              </a:defRPr>
            </a:lvl1pPr>
            <a:lvl2pPr algn="l">
              <a:defRPr sz="2100" b="1">
                <a:solidFill>
                  <a:srgbClr val="102A43"/>
                </a:solidFill>
              </a:defRPr>
            </a:lvl2pPr>
            <a:lvl3pPr algn="l">
              <a:defRPr sz="2100" b="1">
                <a:solidFill>
                  <a:srgbClr val="102A43"/>
                </a:solidFill>
              </a:defRPr>
            </a:lvl3pPr>
            <a:lvl4pPr algn="l">
              <a:defRPr sz="2100" b="1">
                <a:solidFill>
                  <a:srgbClr val="102A43"/>
                </a:solidFill>
              </a:defRPr>
            </a:lvl4pPr>
            <a:lvl5pPr algn="l">
              <a:defRPr sz="2100" b="1">
                <a:solidFill>
                  <a:srgbClr val="102A43"/>
                </a:solidFill>
              </a:defRPr>
            </a:lvl5pPr>
            <a:lvl6pPr algn="l">
              <a:defRPr sz="2100" b="1">
                <a:solidFill>
                  <a:srgbClr val="102A43"/>
                </a:solidFill>
              </a:defRPr>
            </a:lvl6pPr>
            <a:lvl7pPr algn="l">
              <a:defRPr sz="2100" b="1">
                <a:solidFill>
                  <a:srgbClr val="102A43"/>
                </a:solidFill>
              </a:defRPr>
            </a:lvl7pPr>
            <a:lvl8pPr algn="l">
              <a:defRPr sz="2100" b="1">
                <a:solidFill>
                  <a:srgbClr val="102A43"/>
                </a:solidFill>
              </a:defRPr>
            </a:lvl8pPr>
            <a:lvl9pPr algn="l">
              <a:defRPr sz="2100" b="1">
                <a:solidFill>
                  <a:srgbClr val="102A43"/>
                </a:solidFill>
              </a:defRPr>
            </a:lvl9pPr>
          </a:lstStyle>
          <a:p xmlns:a="http://schemas.openxmlformats.org/drawingml/2006/main">
            <a:pPr algn="l">
              <a:lnSpc>
                <a:spcPct val="108000"/>
              </a:lnSpc>
              <a:buNone/>
              <a:defRPr sz="2100" b="1">
                <a:solidFill>
                  <a:srgbClr val="102A43"/>
                </a:solidFill>
              </a:defRPr>
            </a:pPr>
            <a:r>
              <a:rPr sz="2100" b="1">
                <a:solidFill>
                  <a:srgbClr val="102A43"/>
                </a:solidFill>
              </a:rPr>
              <a:t>When editing is available</a:t>
            </a:r>
          </a:p>
        </p:txBody>
      </p:sp>
      <p:sp>
        <p:nvSpPr>
          <p:cNvPr id="9" name="">
            <a:extLst xmlns:a="http://schemas.openxmlformats.org/drawingml/2006/main">
              <a:ext uri="{FF2B5EF4-FFF2-40B4-BE49-F238E27FC236}">
                <a16:creationId xmlns:a16="http://schemas.microsoft.com/office/drawing/2014/main" id="{272FDE37-8027-47A4-99EF-FF7A680F92CA}"/>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F502B2C-398E-4953-85A7-7B167454AACE}"/>
              </a:ext>
            </a:extLst>
          </p:cNvPr>
          <p:cNvSpPr>
            <a:spLocks xmlns:a="http://schemas.openxmlformats.org/drawingml/2006/main" noGrp="1"/>
          </p:cNvSpPr>
          <p:nvPr/>
        </p:nvSpPr>
        <p:spPr>
          <a:xfrm xmlns:a="http://schemas.openxmlformats.org/drawingml/2006/main">
            <a:off x="923925" y="2714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1</a:t>
            </a:r>
          </a:p>
        </p:txBody>
      </p:sp>
      <p:sp>
        <p:nvSpPr>
          <p:cNvPr id="11" name="">
            <a:extLst xmlns:a="http://schemas.openxmlformats.org/drawingml/2006/main">
              <a:ext uri="{FF2B5EF4-FFF2-40B4-BE49-F238E27FC236}">
                <a16:creationId xmlns:a16="http://schemas.microsoft.com/office/drawing/2014/main" id="{A8EE23C5-5BF5-4240-A40A-A80CB8AF0349}"/>
              </a:ext>
            </a:extLst>
          </p:cNvPr>
          <p:cNvSpPr>
            <a:spLocks xmlns:a="http://schemas.openxmlformats.org/drawingml/2006/main" noGrp="1"/>
          </p:cNvSpPr>
          <p:nvPr/>
        </p:nvSpPr>
        <p:spPr>
          <a:xfrm xmlns:a="http://schemas.openxmlformats.org/drawingml/2006/main">
            <a:off x="1476375" y="2667000"/>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Open Edit Ticket</a:t>
            </a:r>
          </a:p>
        </p:txBody>
      </p:sp>
      <p:sp>
        <p:nvSpPr>
          <p:cNvPr id="12" name="">
            <a:extLst xmlns:a="http://schemas.openxmlformats.org/drawingml/2006/main">
              <a:ext uri="{FF2B5EF4-FFF2-40B4-BE49-F238E27FC236}">
                <a16:creationId xmlns:a16="http://schemas.microsoft.com/office/drawing/2014/main" id="{328B74B6-2E07-4900-91BE-78BDBAB4F7D8}"/>
              </a:ext>
            </a:extLst>
          </p:cNvPr>
          <p:cNvSpPr>
            <a:spLocks xmlns:a="http://schemas.openxmlformats.org/drawingml/2006/main" noGrp="1"/>
          </p:cNvSpPr>
          <p:nvPr/>
        </p:nvSpPr>
        <p:spPr>
          <a:xfrm xmlns:a="http://schemas.openxmlformats.org/drawingml/2006/main">
            <a:off x="1476375" y="3019425"/>
            <a:ext cx="3857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6BE80329-6C00-4CFC-A93D-CE817E64AB72}"/>
              </a:ext>
            </a:extLst>
          </p:cNvPr>
          <p:cNvSpPr>
            <a:spLocks xmlns:a="http://schemas.openxmlformats.org/drawingml/2006/main" noGrp="1"/>
          </p:cNvSpPr>
          <p:nvPr/>
        </p:nvSpPr>
        <p:spPr>
          <a:xfrm xmlns:a="http://schemas.openxmlformats.org/drawingml/2006/main">
            <a:off x="914400" y="3276600"/>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4E4921-9AF2-4892-81B8-1806E8C2ECA2}"/>
              </a:ext>
            </a:extLst>
          </p:cNvPr>
          <p:cNvSpPr>
            <a:spLocks xmlns:a="http://schemas.openxmlformats.org/drawingml/2006/main" noGrp="1"/>
          </p:cNvSpPr>
          <p:nvPr/>
        </p:nvSpPr>
        <p:spPr>
          <a:xfrm xmlns:a="http://schemas.openxmlformats.org/drawingml/2006/main">
            <a:off x="923925" y="32861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2</a:t>
            </a:r>
          </a:p>
        </p:txBody>
      </p:sp>
      <p:sp>
        <p:nvSpPr>
          <p:cNvPr id="15" name="">
            <a:extLst xmlns:a="http://schemas.openxmlformats.org/drawingml/2006/main">
              <a:ext uri="{FF2B5EF4-FFF2-40B4-BE49-F238E27FC236}">
                <a16:creationId xmlns:a16="http://schemas.microsoft.com/office/drawing/2014/main" id="{568F94B8-9F48-42CB-8739-7DD447389394}"/>
              </a:ext>
            </a:extLst>
          </p:cNvPr>
          <p:cNvSpPr>
            <a:spLocks xmlns:a="http://schemas.openxmlformats.org/drawingml/2006/main" noGrp="1"/>
          </p:cNvSpPr>
          <p:nvPr/>
        </p:nvSpPr>
        <p:spPr>
          <a:xfrm xmlns:a="http://schemas.openxmlformats.org/drawingml/2006/main">
            <a:off x="1476375" y="3238500"/>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Update the information</a:t>
            </a:r>
          </a:p>
        </p:txBody>
      </p:sp>
      <p:sp>
        <p:nvSpPr>
          <p:cNvPr id="16" name="">
            <a:extLst xmlns:a="http://schemas.openxmlformats.org/drawingml/2006/main">
              <a:ext uri="{FF2B5EF4-FFF2-40B4-BE49-F238E27FC236}">
                <a16:creationId xmlns:a16="http://schemas.microsoft.com/office/drawing/2014/main" id="{1FFCA6F8-2ECD-4DC5-9D70-8BCD3855654F}"/>
              </a:ext>
            </a:extLst>
          </p:cNvPr>
          <p:cNvSpPr>
            <a:spLocks xmlns:a="http://schemas.openxmlformats.org/drawingml/2006/main" noGrp="1"/>
          </p:cNvSpPr>
          <p:nvPr/>
        </p:nvSpPr>
        <p:spPr>
          <a:xfrm xmlns:a="http://schemas.openxmlformats.org/drawingml/2006/main">
            <a:off x="1476375" y="3590925"/>
            <a:ext cx="3857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0B8BB9C5-FF4D-446A-AEB9-B0647DAA4D9D}"/>
              </a:ext>
            </a:extLst>
          </p:cNvPr>
          <p:cNvSpPr>
            <a:spLocks xmlns:a="http://schemas.openxmlformats.org/drawingml/2006/main" noGrp="1"/>
          </p:cNvSpPr>
          <p:nvPr/>
        </p:nvSpPr>
        <p:spPr>
          <a:xfrm xmlns:a="http://schemas.openxmlformats.org/drawingml/2006/main">
            <a:off x="914400" y="3848100"/>
            <a:ext cx="400050" cy="400050"/>
          </a:xfrm>
          <a:prstGeom xmlns:a="http://schemas.openxmlformats.org/drawingml/2006/main" prst="ellipse">
            <a:avLst/>
          </a:prstGeom>
          <a:solidFill xmlns:a="http://schemas.openxmlformats.org/drawingml/2006/main">
            <a:srgbClr val="168C8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8CBE45-0803-4A63-8E14-24C0A0A63A8E}"/>
              </a:ext>
            </a:extLst>
          </p:cNvPr>
          <p:cNvSpPr>
            <a:spLocks xmlns:a="http://schemas.openxmlformats.org/drawingml/2006/main" noGrp="1"/>
          </p:cNvSpPr>
          <p:nvPr/>
        </p:nvSpPr>
        <p:spPr>
          <a:xfrm xmlns:a="http://schemas.openxmlformats.org/drawingml/2006/main">
            <a:off x="923925" y="3857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3</a:t>
            </a:r>
          </a:p>
        </p:txBody>
      </p:sp>
      <p:sp>
        <p:nvSpPr>
          <p:cNvPr id="19" name="">
            <a:extLst xmlns:a="http://schemas.openxmlformats.org/drawingml/2006/main">
              <a:ext uri="{FF2B5EF4-FFF2-40B4-BE49-F238E27FC236}">
                <a16:creationId xmlns:a16="http://schemas.microsoft.com/office/drawing/2014/main" id="{1A00D575-EDB5-4AAD-9CCB-70587F869E0A}"/>
              </a:ext>
            </a:extLst>
          </p:cNvPr>
          <p:cNvSpPr>
            <a:spLocks xmlns:a="http://schemas.openxmlformats.org/drawingml/2006/main" noGrp="1"/>
          </p:cNvSpPr>
          <p:nvPr/>
        </p:nvSpPr>
        <p:spPr>
          <a:xfrm xmlns:a="http://schemas.openxmlformats.org/drawingml/2006/main">
            <a:off x="1476375" y="3810000"/>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Save Ticket Changes</a:t>
            </a:r>
          </a:p>
        </p:txBody>
      </p:sp>
      <p:sp>
        <p:nvSpPr>
          <p:cNvPr id="20" name="">
            <a:extLst xmlns:a="http://schemas.openxmlformats.org/drawingml/2006/main">
              <a:ext uri="{FF2B5EF4-FFF2-40B4-BE49-F238E27FC236}">
                <a16:creationId xmlns:a16="http://schemas.microsoft.com/office/drawing/2014/main" id="{4D90D061-39C6-4085-AC87-44A3CE033C44}"/>
              </a:ext>
            </a:extLst>
          </p:cNvPr>
          <p:cNvSpPr>
            <a:spLocks xmlns:a="http://schemas.openxmlformats.org/drawingml/2006/main" noGrp="1"/>
          </p:cNvSpPr>
          <p:nvPr/>
        </p:nvSpPr>
        <p:spPr>
          <a:xfrm xmlns:a="http://schemas.openxmlformats.org/drawingml/2006/main">
            <a:off x="1476375" y="4162425"/>
            <a:ext cx="3857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6233BA4B-238A-46D3-9657-AE40A1F8DAB3}"/>
              </a:ext>
            </a:extLst>
          </p:cNvPr>
          <p:cNvSpPr>
            <a:spLocks xmlns:a="http://schemas.openxmlformats.org/drawingml/2006/main" noGrp="1"/>
          </p:cNvSpPr>
          <p:nvPr/>
        </p:nvSpPr>
        <p:spPr>
          <a:xfrm xmlns:a="http://schemas.openxmlformats.org/drawingml/2006/main">
            <a:off x="914400" y="4419600"/>
            <a:ext cx="400050" cy="400050"/>
          </a:xfrm>
          <a:prstGeom xmlns:a="http://schemas.openxmlformats.org/drawingml/2006/main" prst="ellipse">
            <a:avLst/>
          </a:prstGeom>
          <a:solidFill xmlns:a="http://schemas.openxmlformats.org/drawingml/2006/main">
            <a:srgbClr val="E89A3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F848307-0C14-4132-AF0A-2D52476C38C1}"/>
              </a:ext>
            </a:extLst>
          </p:cNvPr>
          <p:cNvSpPr>
            <a:spLocks xmlns:a="http://schemas.openxmlformats.org/drawingml/2006/main" noGrp="1"/>
          </p:cNvSpPr>
          <p:nvPr/>
        </p:nvSpPr>
        <p:spPr>
          <a:xfrm xmlns:a="http://schemas.openxmlformats.org/drawingml/2006/main">
            <a:off x="923925" y="44291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lnSpc>
                <a:spcPct val="108000"/>
              </a:lnSpc>
              <a:buNone/>
              <a:defRPr sz="1500" b="1">
                <a:solidFill>
                  <a:srgbClr val="FFFFFF"/>
                </a:solidFill>
              </a:defRPr>
            </a:pPr>
            <a:r>
              <a:rPr sz="1500" b="1">
                <a:solidFill>
                  <a:srgbClr val="FFFFFF"/>
                </a:solidFill>
              </a:rPr>
              <a:t>4</a:t>
            </a:r>
          </a:p>
        </p:txBody>
      </p:sp>
      <p:sp>
        <p:nvSpPr>
          <p:cNvPr id="23" name="">
            <a:extLst xmlns:a="http://schemas.openxmlformats.org/drawingml/2006/main">
              <a:ext uri="{FF2B5EF4-FFF2-40B4-BE49-F238E27FC236}">
                <a16:creationId xmlns:a16="http://schemas.microsoft.com/office/drawing/2014/main" id="{CBA2D935-F23C-46F8-803D-7283B029B9B9}"/>
              </a:ext>
            </a:extLst>
          </p:cNvPr>
          <p:cNvSpPr>
            <a:spLocks xmlns:a="http://schemas.openxmlformats.org/drawingml/2006/main" noGrp="1"/>
          </p:cNvSpPr>
          <p:nvPr/>
        </p:nvSpPr>
        <p:spPr>
          <a:xfrm xmlns:a="http://schemas.openxmlformats.org/drawingml/2006/main">
            <a:off x="1476375" y="4381500"/>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3E5C"/>
                </a:solidFill>
              </a:defRPr>
            </a:defPPr>
            <a:lvl1pPr algn="l">
              <a:defRPr sz="1875" b="1">
                <a:solidFill>
                  <a:srgbClr val="153E5C"/>
                </a:solidFill>
              </a:defRPr>
            </a:lvl1pPr>
            <a:lvl2pPr algn="l">
              <a:defRPr sz="1875" b="1">
                <a:solidFill>
                  <a:srgbClr val="153E5C"/>
                </a:solidFill>
              </a:defRPr>
            </a:lvl2pPr>
            <a:lvl3pPr algn="l">
              <a:defRPr sz="1875" b="1">
                <a:solidFill>
                  <a:srgbClr val="153E5C"/>
                </a:solidFill>
              </a:defRPr>
            </a:lvl3pPr>
            <a:lvl4pPr algn="l">
              <a:defRPr sz="1875" b="1">
                <a:solidFill>
                  <a:srgbClr val="153E5C"/>
                </a:solidFill>
              </a:defRPr>
            </a:lvl4pPr>
            <a:lvl5pPr algn="l">
              <a:defRPr sz="1875" b="1">
                <a:solidFill>
                  <a:srgbClr val="153E5C"/>
                </a:solidFill>
              </a:defRPr>
            </a:lvl5pPr>
            <a:lvl6pPr algn="l">
              <a:defRPr sz="1875" b="1">
                <a:solidFill>
                  <a:srgbClr val="153E5C"/>
                </a:solidFill>
              </a:defRPr>
            </a:lvl6pPr>
            <a:lvl7pPr algn="l">
              <a:defRPr sz="1875" b="1">
                <a:solidFill>
                  <a:srgbClr val="153E5C"/>
                </a:solidFill>
              </a:defRPr>
            </a:lvl7pPr>
            <a:lvl8pPr algn="l">
              <a:defRPr sz="1875" b="1">
                <a:solidFill>
                  <a:srgbClr val="153E5C"/>
                </a:solidFill>
              </a:defRPr>
            </a:lvl8pPr>
            <a:lvl9pPr algn="l">
              <a:defRPr sz="1875" b="1">
                <a:solidFill>
                  <a:srgbClr val="153E5C"/>
                </a:solidFill>
              </a:defRPr>
            </a:lvl9pPr>
          </a:lstStyle>
          <a:p xmlns:a="http://schemas.openxmlformats.org/drawingml/2006/main">
            <a:pPr algn="l">
              <a:lnSpc>
                <a:spcPct val="108000"/>
              </a:lnSpc>
              <a:buNone/>
              <a:defRPr sz="1875" b="1">
                <a:solidFill>
                  <a:srgbClr val="153E5C"/>
                </a:solidFill>
              </a:defRPr>
            </a:pPr>
            <a:r>
              <a:rPr sz="1875" b="1">
                <a:solidFill>
                  <a:srgbClr val="153E5C"/>
                </a:solidFill>
              </a:rPr>
              <a:t>Changes return to ICT review</a:t>
            </a:r>
          </a:p>
        </p:txBody>
      </p:sp>
      <p:sp>
        <p:nvSpPr>
          <p:cNvPr id="24" name="">
            <a:extLst xmlns:a="http://schemas.openxmlformats.org/drawingml/2006/main">
              <a:ext uri="{FF2B5EF4-FFF2-40B4-BE49-F238E27FC236}">
                <a16:creationId xmlns:a16="http://schemas.microsoft.com/office/drawing/2014/main" id="{29EBD669-E95C-460F-B00D-B2F988056168}"/>
              </a:ext>
            </a:extLst>
          </p:cNvPr>
          <p:cNvSpPr>
            <a:spLocks xmlns:a="http://schemas.openxmlformats.org/drawingml/2006/main" noGrp="1"/>
          </p:cNvSpPr>
          <p:nvPr/>
        </p:nvSpPr>
        <p:spPr>
          <a:xfrm xmlns:a="http://schemas.openxmlformats.org/drawingml/2006/main">
            <a:off x="1476375" y="4733925"/>
            <a:ext cx="3857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526777"/>
                </a:solidFill>
              </a:defRPr>
            </a:defPPr>
            <a:lvl1pPr algn="l">
              <a:defRPr sz="1500" b="0">
                <a:solidFill>
                  <a:srgbClr val="526777"/>
                </a:solidFill>
              </a:defRPr>
            </a:lvl1pPr>
            <a:lvl2pPr algn="l">
              <a:defRPr sz="1500" b="0">
                <a:solidFill>
                  <a:srgbClr val="526777"/>
                </a:solidFill>
              </a:defRPr>
            </a:lvl2pPr>
            <a:lvl3pPr algn="l">
              <a:defRPr sz="1500" b="0">
                <a:solidFill>
                  <a:srgbClr val="526777"/>
                </a:solidFill>
              </a:defRPr>
            </a:lvl3pPr>
            <a:lvl4pPr algn="l">
              <a:defRPr sz="1500" b="0">
                <a:solidFill>
                  <a:srgbClr val="526777"/>
                </a:solidFill>
              </a:defRPr>
            </a:lvl4pPr>
            <a:lvl5pPr algn="l">
              <a:defRPr sz="1500" b="0">
                <a:solidFill>
                  <a:srgbClr val="526777"/>
                </a:solidFill>
              </a:defRPr>
            </a:lvl5pPr>
            <a:lvl6pPr algn="l">
              <a:defRPr sz="1500" b="0">
                <a:solidFill>
                  <a:srgbClr val="526777"/>
                </a:solidFill>
              </a:defRPr>
            </a:lvl6pPr>
            <a:lvl7pPr algn="l">
              <a:defRPr sz="1500" b="0">
                <a:solidFill>
                  <a:srgbClr val="526777"/>
                </a:solidFill>
              </a:defRPr>
            </a:lvl7pPr>
            <a:lvl8pPr algn="l">
              <a:defRPr sz="1500" b="0">
                <a:solidFill>
                  <a:srgbClr val="526777"/>
                </a:solidFill>
              </a:defRPr>
            </a:lvl8pPr>
            <a:lvl9pPr algn="l">
              <a:defRPr sz="1500" b="0">
                <a:solidFill>
                  <a:srgbClr val="526777"/>
                </a:solidFill>
              </a:defRPr>
            </a:lvl9pPr>
          </a:lstStyle>
          <a:p xmlns:a="http://schemas.openxmlformats.org/drawingml/2006/main">
            <a:r>
              <a:t/>
            </a:r>
          </a:p>
        </p:txBody>
      </p:sp>
      <p:sp>
        <p:nvSpPr>
          <p:cNvPr id="25" name="">
            <a:extLst xmlns:a="http://schemas.openxmlformats.org/drawingml/2006/main">
              <a:ext uri="{FF2B5EF4-FFF2-40B4-BE49-F238E27FC236}">
                <a16:creationId xmlns:a16="http://schemas.microsoft.com/office/drawing/2014/main" id="{67577E79-726E-4301-AFBD-0202EB2DE20F}"/>
              </a:ext>
            </a:extLst>
          </p:cNvPr>
          <p:cNvSpPr>
            <a:spLocks xmlns:a="http://schemas.openxmlformats.org/drawingml/2006/main" noGrp="1"/>
          </p:cNvSpPr>
          <p:nvPr/>
        </p:nvSpPr>
        <p:spPr>
          <a:xfrm xmlns:a="http://schemas.openxmlformats.org/drawingml/2006/main">
            <a:off x="5905500" y="1562100"/>
            <a:ext cx="19050" cy="4019550"/>
          </a:xfrm>
          <a:prstGeom xmlns:a="http://schemas.openxmlformats.org/drawingml/2006/main" prst="rect">
            <a:avLst/>
          </a:prstGeom>
          <a:solidFill xmlns:a="http://schemas.openxmlformats.org/drawingml/2006/main">
            <a:srgbClr val="E7EEF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8D46D5-643B-44EB-B844-2D6EB0B2D555}"/>
              </a:ext>
            </a:extLst>
          </p:cNvPr>
          <p:cNvSpPr>
            <a:spLocks xmlns:a="http://schemas.openxmlformats.org/drawingml/2006/main" noGrp="1"/>
          </p:cNvSpPr>
          <p:nvPr/>
        </p:nvSpPr>
        <p:spPr>
          <a:xfrm xmlns:a="http://schemas.openxmlformats.org/drawingml/2006/main">
            <a:off x="6505575" y="1628775"/>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E89A3C"/>
                </a:solidFill>
              </a:defRPr>
            </a:defPPr>
            <a:lvl1pPr algn="l">
              <a:defRPr sz="1350" b="1">
                <a:solidFill>
                  <a:srgbClr val="E89A3C"/>
                </a:solidFill>
              </a:defRPr>
            </a:lvl1pPr>
            <a:lvl2pPr algn="l">
              <a:defRPr sz="1350" b="1">
                <a:solidFill>
                  <a:srgbClr val="E89A3C"/>
                </a:solidFill>
              </a:defRPr>
            </a:lvl2pPr>
            <a:lvl3pPr algn="l">
              <a:defRPr sz="1350" b="1">
                <a:solidFill>
                  <a:srgbClr val="E89A3C"/>
                </a:solidFill>
              </a:defRPr>
            </a:lvl3pPr>
            <a:lvl4pPr algn="l">
              <a:defRPr sz="1350" b="1">
                <a:solidFill>
                  <a:srgbClr val="E89A3C"/>
                </a:solidFill>
              </a:defRPr>
            </a:lvl4pPr>
            <a:lvl5pPr algn="l">
              <a:defRPr sz="1350" b="1">
                <a:solidFill>
                  <a:srgbClr val="E89A3C"/>
                </a:solidFill>
              </a:defRPr>
            </a:lvl5pPr>
            <a:lvl6pPr algn="l">
              <a:defRPr sz="1350" b="1">
                <a:solidFill>
                  <a:srgbClr val="E89A3C"/>
                </a:solidFill>
              </a:defRPr>
            </a:lvl6pPr>
            <a:lvl7pPr algn="l">
              <a:defRPr sz="1350" b="1">
                <a:solidFill>
                  <a:srgbClr val="E89A3C"/>
                </a:solidFill>
              </a:defRPr>
            </a:lvl7pPr>
            <a:lvl8pPr algn="l">
              <a:defRPr sz="1350" b="1">
                <a:solidFill>
                  <a:srgbClr val="E89A3C"/>
                </a:solidFill>
              </a:defRPr>
            </a:lvl8pPr>
            <a:lvl9pPr algn="l">
              <a:defRPr sz="1350" b="1">
                <a:solidFill>
                  <a:srgbClr val="E89A3C"/>
                </a:solidFill>
              </a:defRPr>
            </a:lvl9pPr>
          </a:lstStyle>
          <a:p xmlns:a="http://schemas.openxmlformats.org/drawingml/2006/main">
            <a:pPr algn="l">
              <a:lnSpc>
                <a:spcPct val="108000"/>
              </a:lnSpc>
              <a:buNone/>
              <a:defRPr sz="1350" b="1">
                <a:solidFill>
                  <a:srgbClr val="E89A3C"/>
                </a:solidFill>
              </a:defRPr>
            </a:pPr>
            <a:r>
              <a:rPr sz="1350" b="1">
                <a:solidFill>
                  <a:srgbClr val="E89A3C"/>
                </a:solidFill>
              </a:rPr>
              <a:t>ADMIN DEPARTMENT ONLY</a:t>
            </a:r>
          </a:p>
        </p:txBody>
      </p:sp>
      <p:sp>
        <p:nvSpPr>
          <p:cNvPr id="27" name="">
            <a:extLst xmlns:a="http://schemas.openxmlformats.org/drawingml/2006/main">
              <a:ext uri="{FF2B5EF4-FFF2-40B4-BE49-F238E27FC236}">
                <a16:creationId xmlns:a16="http://schemas.microsoft.com/office/drawing/2014/main" id="{C0081C35-DB83-4464-8920-36EDEAEF962A}"/>
              </a:ext>
            </a:extLst>
          </p:cNvPr>
          <p:cNvSpPr>
            <a:spLocks xmlns:a="http://schemas.openxmlformats.org/drawingml/2006/main" noGrp="1"/>
          </p:cNvSpPr>
          <p:nvPr/>
        </p:nvSpPr>
        <p:spPr>
          <a:xfrm xmlns:a="http://schemas.openxmlformats.org/drawingml/2006/main">
            <a:off x="6505575" y="200977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defRPr>
            </a:defPPr>
            <a:lvl1pPr algn="l">
              <a:defRPr sz="2100" b="1">
                <a:solidFill>
                  <a:srgbClr val="102A43"/>
                </a:solidFill>
              </a:defRPr>
            </a:lvl1pPr>
            <a:lvl2pPr algn="l">
              <a:defRPr sz="2100" b="1">
                <a:solidFill>
                  <a:srgbClr val="102A43"/>
                </a:solidFill>
              </a:defRPr>
            </a:lvl2pPr>
            <a:lvl3pPr algn="l">
              <a:defRPr sz="2100" b="1">
                <a:solidFill>
                  <a:srgbClr val="102A43"/>
                </a:solidFill>
              </a:defRPr>
            </a:lvl3pPr>
            <a:lvl4pPr algn="l">
              <a:defRPr sz="2100" b="1">
                <a:solidFill>
                  <a:srgbClr val="102A43"/>
                </a:solidFill>
              </a:defRPr>
            </a:lvl4pPr>
            <a:lvl5pPr algn="l">
              <a:defRPr sz="2100" b="1">
                <a:solidFill>
                  <a:srgbClr val="102A43"/>
                </a:solidFill>
              </a:defRPr>
            </a:lvl5pPr>
            <a:lvl6pPr algn="l">
              <a:defRPr sz="2100" b="1">
                <a:solidFill>
                  <a:srgbClr val="102A43"/>
                </a:solidFill>
              </a:defRPr>
            </a:lvl6pPr>
            <a:lvl7pPr algn="l">
              <a:defRPr sz="2100" b="1">
                <a:solidFill>
                  <a:srgbClr val="102A43"/>
                </a:solidFill>
              </a:defRPr>
            </a:lvl7pPr>
            <a:lvl8pPr algn="l">
              <a:defRPr sz="2100" b="1">
                <a:solidFill>
                  <a:srgbClr val="102A43"/>
                </a:solidFill>
              </a:defRPr>
            </a:lvl8pPr>
            <a:lvl9pPr algn="l">
              <a:defRPr sz="2100" b="1">
                <a:solidFill>
                  <a:srgbClr val="102A43"/>
                </a:solidFill>
              </a:defRPr>
            </a:lvl9pPr>
          </a:lstStyle>
          <a:p xmlns:a="http://schemas.openxmlformats.org/drawingml/2006/main">
            <a:pPr algn="l">
              <a:lnSpc>
                <a:spcPct val="108000"/>
              </a:lnSpc>
              <a:buNone/>
              <a:defRPr sz="2100" b="1">
                <a:solidFill>
                  <a:srgbClr val="102A43"/>
                </a:solidFill>
              </a:defRPr>
            </a:pPr>
            <a:r>
              <a:rPr sz="2100" b="1">
                <a:solidFill>
                  <a:srgbClr val="102A43"/>
                </a:solidFill>
              </a:rPr>
              <a:t>Burnout Request</a:t>
            </a:r>
          </a:p>
        </p:txBody>
      </p:sp>
      <p:sp>
        <p:nvSpPr>
          <p:cNvPr id="28" name="">
            <a:extLst xmlns:a="http://schemas.openxmlformats.org/drawingml/2006/main">
              <a:ext uri="{FF2B5EF4-FFF2-40B4-BE49-F238E27FC236}">
                <a16:creationId xmlns:a16="http://schemas.microsoft.com/office/drawing/2014/main" id="{FF60A505-5A55-4F4E-B136-59F429220C57}"/>
              </a:ext>
            </a:extLst>
          </p:cNvPr>
          <p:cNvSpPr>
            <a:spLocks xmlns:a="http://schemas.openxmlformats.org/drawingml/2006/main" noGrp="1"/>
          </p:cNvSpPr>
          <p:nvPr/>
        </p:nvSpPr>
        <p:spPr>
          <a:xfrm xmlns:a="http://schemas.openxmlformats.org/drawingml/2006/main">
            <a:off x="6505575" y="2600325"/>
            <a:ext cx="4381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a:solidFill>
                  <a:srgbClr val="526777"/>
                </a:solidFill>
              </a:defRPr>
            </a:defPPr>
            <a:lvl1pPr algn="l">
              <a:defRPr sz="1575" b="0">
                <a:solidFill>
                  <a:srgbClr val="526777"/>
                </a:solidFill>
              </a:defRPr>
            </a:lvl1pPr>
            <a:lvl2pPr algn="l">
              <a:defRPr sz="1575" b="0">
                <a:solidFill>
                  <a:srgbClr val="526777"/>
                </a:solidFill>
              </a:defRPr>
            </a:lvl2pPr>
            <a:lvl3pPr algn="l">
              <a:defRPr sz="1575" b="0">
                <a:solidFill>
                  <a:srgbClr val="526777"/>
                </a:solidFill>
              </a:defRPr>
            </a:lvl3pPr>
            <a:lvl4pPr algn="l">
              <a:defRPr sz="1575" b="0">
                <a:solidFill>
                  <a:srgbClr val="526777"/>
                </a:solidFill>
              </a:defRPr>
            </a:lvl4pPr>
            <a:lvl5pPr algn="l">
              <a:defRPr sz="1575" b="0">
                <a:solidFill>
                  <a:srgbClr val="526777"/>
                </a:solidFill>
              </a:defRPr>
            </a:lvl5pPr>
            <a:lvl6pPr algn="l">
              <a:defRPr sz="1575" b="0">
                <a:solidFill>
                  <a:srgbClr val="526777"/>
                </a:solidFill>
              </a:defRPr>
            </a:lvl6pPr>
            <a:lvl7pPr algn="l">
              <a:defRPr sz="1575" b="0">
                <a:solidFill>
                  <a:srgbClr val="526777"/>
                </a:solidFill>
              </a:defRPr>
            </a:lvl7pPr>
            <a:lvl8pPr algn="l">
              <a:defRPr sz="1575" b="0">
                <a:solidFill>
                  <a:srgbClr val="526777"/>
                </a:solidFill>
              </a:defRPr>
            </a:lvl8pPr>
            <a:lvl9pPr algn="l">
              <a:defRPr sz="1575" b="0">
                <a:solidFill>
                  <a:srgbClr val="526777"/>
                </a:solidFill>
              </a:defRPr>
            </a:lvl9pPr>
          </a:lstStyle>
          <a:p xmlns:a="http://schemas.openxmlformats.org/drawingml/2006/main">
            <a:pPr algn="l">
              <a:lnSpc>
                <a:spcPct val="108000"/>
              </a:lnSpc>
              <a:buNone/>
              <a:defRPr sz="1575" b="0">
                <a:solidFill>
                  <a:srgbClr val="526777"/>
                </a:solidFill>
              </a:defRPr>
            </a:pPr>
            <a:r>
              <a:rPr sz="1575" b="0">
                <a:solidFill>
                  <a:srgbClr val="526777"/>
                </a:solidFill>
              </a:rPr>
              <a:t>Required: assignment location, custodian, brand, model, serial number, and custodian department.</a:t>
            </a:r>
          </a:p>
        </p:txBody>
      </p:sp>
      <p:sp>
        <p:nvSpPr>
          <p:cNvPr id="29" name="">
            <a:extLst xmlns:a="http://schemas.openxmlformats.org/drawingml/2006/main">
              <a:ext uri="{FF2B5EF4-FFF2-40B4-BE49-F238E27FC236}">
                <a16:creationId xmlns:a16="http://schemas.microsoft.com/office/drawing/2014/main" id="{440ADEAF-5EB6-4CDF-B581-55707BCC4F68}"/>
              </a:ext>
            </a:extLst>
          </p:cNvPr>
          <p:cNvSpPr>
            <a:spLocks xmlns:a="http://schemas.openxmlformats.org/drawingml/2006/main" noGrp="1"/>
          </p:cNvSpPr>
          <p:nvPr/>
        </p:nvSpPr>
        <p:spPr>
          <a:xfrm xmlns:a="http://schemas.openxmlformats.org/drawingml/2006/main">
            <a:off x="6505575" y="38100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53E5C"/>
                </a:solidFill>
              </a:defRPr>
            </a:defPPr>
            <a:lvl1pPr algn="l">
              <a:defRPr sz="1575" b="1">
                <a:solidFill>
                  <a:srgbClr val="153E5C"/>
                </a:solidFill>
              </a:defRPr>
            </a:lvl1pPr>
            <a:lvl2pPr algn="l">
              <a:defRPr sz="1575" b="1">
                <a:solidFill>
                  <a:srgbClr val="153E5C"/>
                </a:solidFill>
              </a:defRPr>
            </a:lvl2pPr>
            <a:lvl3pPr algn="l">
              <a:defRPr sz="1575" b="1">
                <a:solidFill>
                  <a:srgbClr val="153E5C"/>
                </a:solidFill>
              </a:defRPr>
            </a:lvl3pPr>
            <a:lvl4pPr algn="l">
              <a:defRPr sz="1575" b="1">
                <a:solidFill>
                  <a:srgbClr val="153E5C"/>
                </a:solidFill>
              </a:defRPr>
            </a:lvl4pPr>
            <a:lvl5pPr algn="l">
              <a:defRPr sz="1575" b="1">
                <a:solidFill>
                  <a:srgbClr val="153E5C"/>
                </a:solidFill>
              </a:defRPr>
            </a:lvl5pPr>
            <a:lvl6pPr algn="l">
              <a:defRPr sz="1575" b="1">
                <a:solidFill>
                  <a:srgbClr val="153E5C"/>
                </a:solidFill>
              </a:defRPr>
            </a:lvl6pPr>
            <a:lvl7pPr algn="l">
              <a:defRPr sz="1575" b="1">
                <a:solidFill>
                  <a:srgbClr val="153E5C"/>
                </a:solidFill>
              </a:defRPr>
            </a:lvl7pPr>
            <a:lvl8pPr algn="l">
              <a:defRPr sz="1575" b="1">
                <a:solidFill>
                  <a:srgbClr val="153E5C"/>
                </a:solidFill>
              </a:defRPr>
            </a:lvl8pPr>
            <a:lvl9pPr algn="l">
              <a:defRPr sz="1575" b="1">
                <a:solidFill>
                  <a:srgbClr val="153E5C"/>
                </a:solidFill>
              </a:defRPr>
            </a:lvl9pPr>
          </a:lstStyle>
          <a:p xmlns:a="http://schemas.openxmlformats.org/drawingml/2006/main">
            <a:pPr algn="l">
              <a:lnSpc>
                <a:spcPct val="108000"/>
              </a:lnSpc>
              <a:buNone/>
              <a:defRPr sz="1575" b="1">
                <a:solidFill>
                  <a:srgbClr val="153E5C"/>
                </a:solidFill>
              </a:defRPr>
            </a:pPr>
            <a:r>
              <a:rPr sz="1575" b="1">
                <a:solidFill>
                  <a:srgbClr val="153E5C"/>
                </a:solidFill>
              </a:rPr>
              <a:t>Optional: notes or remarks</a:t>
            </a:r>
          </a:p>
        </p:txBody>
      </p:sp>
      <p:sp>
        <p:nvSpPr>
          <p:cNvPr id="30" name="">
            <a:extLst xmlns:a="http://schemas.openxmlformats.org/drawingml/2006/main">
              <a:ext uri="{FF2B5EF4-FFF2-40B4-BE49-F238E27FC236}">
                <a16:creationId xmlns:a16="http://schemas.microsoft.com/office/drawing/2014/main" id="{DC99DD13-5970-47F0-9DD2-2BA5323A552E}"/>
              </a:ext>
            </a:extLst>
          </p:cNvPr>
          <p:cNvSpPr>
            <a:spLocks xmlns:a="http://schemas.openxmlformats.org/drawingml/2006/main" noGrp="1"/>
          </p:cNvSpPr>
          <p:nvPr/>
        </p:nvSpPr>
        <p:spPr>
          <a:xfrm xmlns:a="http://schemas.openxmlformats.org/drawingml/2006/main">
            <a:off x="6496050" y="4400550"/>
            <a:ext cx="4400550" cy="60960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1BC9E80-BEBA-4DAE-80F1-4CC4158E9981}"/>
              </a:ext>
            </a:extLst>
          </p:cNvPr>
          <p:cNvSpPr>
            <a:spLocks xmlns:a="http://schemas.openxmlformats.org/drawingml/2006/main" noGrp="1"/>
          </p:cNvSpPr>
          <p:nvPr/>
        </p:nvSpPr>
        <p:spPr>
          <a:xfrm xmlns:a="http://schemas.openxmlformats.org/drawingml/2006/main">
            <a:off x="6705600" y="4476750"/>
            <a:ext cx="39719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53E5C"/>
                </a:solidFill>
              </a:defRPr>
            </a:defPPr>
            <a:lvl1pPr algn="ctr">
              <a:defRPr sz="1425" b="1">
                <a:solidFill>
                  <a:srgbClr val="153E5C"/>
                </a:solidFill>
              </a:defRPr>
            </a:lvl1pPr>
            <a:lvl2pPr algn="ctr">
              <a:defRPr sz="1425" b="1">
                <a:solidFill>
                  <a:srgbClr val="153E5C"/>
                </a:solidFill>
              </a:defRPr>
            </a:lvl2pPr>
            <a:lvl3pPr algn="ctr">
              <a:defRPr sz="1425" b="1">
                <a:solidFill>
                  <a:srgbClr val="153E5C"/>
                </a:solidFill>
              </a:defRPr>
            </a:lvl3pPr>
            <a:lvl4pPr algn="ctr">
              <a:defRPr sz="1425" b="1">
                <a:solidFill>
                  <a:srgbClr val="153E5C"/>
                </a:solidFill>
              </a:defRPr>
            </a:lvl4pPr>
            <a:lvl5pPr algn="ctr">
              <a:defRPr sz="1425" b="1">
                <a:solidFill>
                  <a:srgbClr val="153E5C"/>
                </a:solidFill>
              </a:defRPr>
            </a:lvl5pPr>
            <a:lvl6pPr algn="ctr">
              <a:defRPr sz="1425" b="1">
                <a:solidFill>
                  <a:srgbClr val="153E5C"/>
                </a:solidFill>
              </a:defRPr>
            </a:lvl6pPr>
            <a:lvl7pPr algn="ctr">
              <a:defRPr sz="1425" b="1">
                <a:solidFill>
                  <a:srgbClr val="153E5C"/>
                </a:solidFill>
              </a:defRPr>
            </a:lvl7pPr>
            <a:lvl8pPr algn="ctr">
              <a:defRPr sz="1425" b="1">
                <a:solidFill>
                  <a:srgbClr val="153E5C"/>
                </a:solidFill>
              </a:defRPr>
            </a:lvl8pPr>
            <a:lvl9pPr algn="ctr">
              <a:defRPr sz="1425" b="1">
                <a:solidFill>
                  <a:srgbClr val="153E5C"/>
                </a:solidFill>
              </a:defRPr>
            </a:lvl9pPr>
          </a:lstStyle>
          <a:p xmlns:a="http://schemas.openxmlformats.org/drawingml/2006/main">
            <a:pPr algn="ctr">
              <a:lnSpc>
                <a:spcPct val="108000"/>
              </a:lnSpc>
              <a:buNone/>
              <a:defRPr sz="1425" b="1">
                <a:solidFill>
                  <a:srgbClr val="153E5C"/>
                </a:solidFill>
              </a:defRPr>
            </a:pPr>
            <a:r>
              <a:rPr sz="1425" b="1">
                <a:solidFill>
                  <a:srgbClr val="153E5C"/>
                </a:solidFill>
              </a:rPr>
              <a:t>Use the separate Submit Burnout Request button.</a:t>
            </a:r>
          </a:p>
        </p:txBody>
      </p:sp>
    </p:spTree>
    <p:extLst>
      <p:ext uri="{BB962C8B-B14F-4D97-AF65-F5344CB8AC3E}">
        <p14:creationId xmlns:p14="http://schemas.microsoft.com/office/powerpoint/2010/main" val="21025596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2026-10-30T02:14:08.2010000Z</dcterms:created>
  <dcterms:modified xsi:type="dcterms:W3CDTF">2026-10-30T02:14:08.2010000Z</dcterms:modified>
</coreProperties>
</file>