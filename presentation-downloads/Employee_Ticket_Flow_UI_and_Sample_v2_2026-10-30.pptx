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1c76e892ea4be1" /><Relationship Type="http://schemas.openxmlformats.org/officeDocument/2006/relationships/extended-properties" Target="/docProps/app.xml" Id="Rbc28aa3730594bd9" /><Relationship Type="http://schemas.openxmlformats.org/officeDocument/2006/relationships/officeDocument" Target="/ppt/presentation.xml" Id="R890603c9ba174c62" /></Relationships>
</file>

<file path=ppt/presentation.xml><?xml version="1.0" encoding="utf-8"?>
<p:presentation xmlns:p="http://schemas.openxmlformats.org/presentationml/2006/main">
  <p:sldMasterIdLst>
    <p:sldMasterId xmlns:r="http://schemas.openxmlformats.org/officeDocument/2006/relationships" id="2147483648" r:id="Re6efcf6cb2db4b3d"/>
  </p:sldMasterIdLst>
  <p:notesMasterIdLst>
    <p:notesMasterId xmlns:r="http://schemas.openxmlformats.org/officeDocument/2006/relationships" r:id="R596ac722f2d14ce3"/>
  </p:notesMasterIdLst>
  <p:sldIdLst>
    <p:sldId xmlns:r="http://schemas.openxmlformats.org/officeDocument/2006/relationships" id="256" r:id="Re13f51e3ff404481"/>
    <p:sldId xmlns:r="http://schemas.openxmlformats.org/officeDocument/2006/relationships" id="257" r:id="R48461e73d1e4421d"/>
    <p:sldId xmlns:r="http://schemas.openxmlformats.org/officeDocument/2006/relationships" id="258" r:id="R0917d4ab7cf943e7"/>
    <p:sldId xmlns:r="http://schemas.openxmlformats.org/officeDocument/2006/relationships" id="259" r:id="Ra335d92297784d55"/>
    <p:sldId xmlns:r="http://schemas.openxmlformats.org/officeDocument/2006/relationships" id="260" r:id="R22b9c8785d0c4a00"/>
    <p:sldId xmlns:r="http://schemas.openxmlformats.org/officeDocument/2006/relationships" id="261" r:id="R06f573804ee4465c"/>
    <p:sldId xmlns:r="http://schemas.openxmlformats.org/officeDocument/2006/relationships" id="262" r:id="Rd601d7869c44457c"/>
    <p:sldId xmlns:r="http://schemas.openxmlformats.org/officeDocument/2006/relationships" id="263" r:id="Rec73dff923d449cf"/>
    <p:sldId xmlns:r="http://schemas.openxmlformats.org/officeDocument/2006/relationships" id="264" r:id="R1e8f74a2952c42e0"/>
    <p:sldId xmlns:r="http://schemas.openxmlformats.org/officeDocument/2006/relationships" id="265" r:id="R80262e51fe544292"/>
    <p:sldId xmlns:r="http://schemas.openxmlformats.org/officeDocument/2006/relationships" id="266" r:id="Re577133c847147ed"/>
    <p:sldId xmlns:r="http://schemas.openxmlformats.org/officeDocument/2006/relationships" id="267" r:id="R5b269c01509e4a7b"/>
    <p:sldId xmlns:r="http://schemas.openxmlformats.org/officeDocument/2006/relationships" id="268" r:id="R000d53dda15140bc"/>
    <p:sldId xmlns:r="http://schemas.openxmlformats.org/officeDocument/2006/relationships" id="269" r:id="Rab474d07fd9e4c63"/>
    <p:sldId xmlns:r="http://schemas.openxmlformats.org/officeDocument/2006/relationships" id="270" r:id="R8a683a96bb5c43af"/>
    <p:sldId xmlns:r="http://schemas.openxmlformats.org/officeDocument/2006/relationships" id="271" r:id="R51fe2a6d4c0b4c7f"/>
    <p:sldId xmlns:r="http://schemas.openxmlformats.org/officeDocument/2006/relationships" id="272" r:id="Rf76693f5d6924174"/>
    <p:sldId xmlns:r="http://schemas.openxmlformats.org/officeDocument/2006/relationships" id="273" r:id="R7baa6bdaa75645cf"/>
    <p:sldId xmlns:r="http://schemas.openxmlformats.org/officeDocument/2006/relationships" id="274" r:id="Rcf8e59bfbd9d4c8b"/>
    <p:sldId xmlns:r="http://schemas.openxmlformats.org/officeDocument/2006/relationships" id="275" r:id="Rc563c186e7864d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439b1c384f49be" /><Relationship Type="http://schemas.openxmlformats.org/officeDocument/2006/relationships/slideMaster" Target="/ppt/slideMasters/slideMaster1.xml" Id="Re6efcf6cb2db4b3d" /><Relationship Type="http://schemas.openxmlformats.org/officeDocument/2006/relationships/notesMaster" Target="/ppt/notesMasters/notesMaster1.xml" Id="R596ac722f2d14ce3" /><Relationship Type="http://schemas.openxmlformats.org/officeDocument/2006/relationships/presProps" Target="/ppt/presProps.xml" Id="R87a6772cc34c43b0" /><Relationship Type="http://schemas.openxmlformats.org/officeDocument/2006/relationships/tableStyles" Target="/ppt/tableStyles.xml" Id="Rcafffc1793d44776" /><Relationship Type="http://schemas.openxmlformats.org/officeDocument/2006/relationships/slide" Target="/ppt/slides/slide1.xml" Id="Re13f51e3ff404481" /><Relationship Type="http://schemas.openxmlformats.org/officeDocument/2006/relationships/slide" Target="/ppt/slides/slide2.xml" Id="R48461e73d1e4421d" /><Relationship Type="http://schemas.openxmlformats.org/officeDocument/2006/relationships/slide" Target="/ppt/slides/slide3.xml" Id="R0917d4ab7cf943e7" /><Relationship Type="http://schemas.openxmlformats.org/officeDocument/2006/relationships/slide" Target="/ppt/slides/slide4.xml" Id="Ra335d92297784d55" /><Relationship Type="http://schemas.openxmlformats.org/officeDocument/2006/relationships/slide" Target="/ppt/slides/slide5.xml" Id="R22b9c8785d0c4a00" /><Relationship Type="http://schemas.openxmlformats.org/officeDocument/2006/relationships/slide" Target="/ppt/slides/slide6.xml" Id="R06f573804ee4465c" /><Relationship Type="http://schemas.openxmlformats.org/officeDocument/2006/relationships/slide" Target="/ppt/slides/slide7.xml" Id="Rd601d7869c44457c" /><Relationship Type="http://schemas.openxmlformats.org/officeDocument/2006/relationships/slide" Target="/ppt/slides/slide8.xml" Id="Rec73dff923d449cf" /><Relationship Type="http://schemas.openxmlformats.org/officeDocument/2006/relationships/slide" Target="/ppt/slides/slide9.xml" Id="R1e8f74a2952c42e0" /><Relationship Type="http://schemas.openxmlformats.org/officeDocument/2006/relationships/slide" Target="/ppt/slides/slide10.xml" Id="R80262e51fe544292" /><Relationship Type="http://schemas.openxmlformats.org/officeDocument/2006/relationships/slide" Target="/ppt/slides/slide11.xml" Id="Re577133c847147ed" /><Relationship Type="http://schemas.openxmlformats.org/officeDocument/2006/relationships/slide" Target="/ppt/slides/slide12.xml" Id="R5b269c01509e4a7b" /><Relationship Type="http://schemas.openxmlformats.org/officeDocument/2006/relationships/slide" Target="/ppt/slides/slide13.xml" Id="R000d53dda15140bc" /><Relationship Type="http://schemas.openxmlformats.org/officeDocument/2006/relationships/slide" Target="/ppt/slides/slide14.xml" Id="Rab474d07fd9e4c63" /><Relationship Type="http://schemas.openxmlformats.org/officeDocument/2006/relationships/slide" Target="/ppt/slides/slide15.xml" Id="R8a683a96bb5c43af" /><Relationship Type="http://schemas.openxmlformats.org/officeDocument/2006/relationships/slide" Target="/ppt/slides/slide16.xml" Id="R51fe2a6d4c0b4c7f" /><Relationship Type="http://schemas.openxmlformats.org/officeDocument/2006/relationships/slide" Target="/ppt/slides/slide17.xml" Id="Rf76693f5d6924174" /><Relationship Type="http://schemas.openxmlformats.org/officeDocument/2006/relationships/slide" Target="/ppt/slides/slide18.xml" Id="R7baa6bdaa75645cf" /><Relationship Type="http://schemas.openxmlformats.org/officeDocument/2006/relationships/slide" Target="/ppt/slides/slide19.xml" Id="Rcf8e59bfbd9d4c8b" /><Relationship Type="http://schemas.openxmlformats.org/officeDocument/2006/relationships/slide" Target="/ppt/slides/slide20.xml" Id="Rc563c186e7864d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4fb52c47d94b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38c1c7a0774d7b" /><Relationship Type="http://schemas.openxmlformats.org/officeDocument/2006/relationships/notesMaster" Target="/ppt/notesMasters/notesMaster1.xml" Id="R1130b91ea26e47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1d3f154b774eb8" /><Relationship Type="http://schemas.openxmlformats.org/officeDocument/2006/relationships/notesMaster" Target="/ppt/notesMasters/notesMaster1.xml" Id="R684a4fd2be444d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987aa93a024b80" /><Relationship Type="http://schemas.openxmlformats.org/officeDocument/2006/relationships/notesMaster" Target="/ppt/notesMasters/notesMaster1.xml" Id="Rf14cc8aa01b745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233e80f05842f4" /><Relationship Type="http://schemas.openxmlformats.org/officeDocument/2006/relationships/notesMaster" Target="/ppt/notesMasters/notesMaster1.xml" Id="Rdafcc756108944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f5dea574ea40c3" /><Relationship Type="http://schemas.openxmlformats.org/officeDocument/2006/relationships/notesMaster" Target="/ppt/notesMasters/notesMaster1.xml" Id="R5870bcb11e8846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d9757050434e82" /><Relationship Type="http://schemas.openxmlformats.org/officeDocument/2006/relationships/notesMaster" Target="/ppt/notesMasters/notesMaster1.xml" Id="Rdeb4729d93be4e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67abd37582456d" /><Relationship Type="http://schemas.openxmlformats.org/officeDocument/2006/relationships/notesMaster" Target="/ppt/notesMasters/notesMaster1.xml" Id="R546bf36735c046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e9e95b44e84dab" /><Relationship Type="http://schemas.openxmlformats.org/officeDocument/2006/relationships/notesMaster" Target="/ppt/notesMasters/notesMaster1.xml" Id="R51260dbbae8449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90489d54f14e35" /><Relationship Type="http://schemas.openxmlformats.org/officeDocument/2006/relationships/notesMaster" Target="/ppt/notesMasters/notesMaster1.xml" Id="Rcc819010b88d45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43ce1874d14a80" /><Relationship Type="http://schemas.openxmlformats.org/officeDocument/2006/relationships/notesMaster" Target="/ppt/notesMasters/notesMaster1.xml" Id="Re834f2fc23fb47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55a84adfc744dc" /><Relationship Type="http://schemas.openxmlformats.org/officeDocument/2006/relationships/notesMaster" Target="/ppt/notesMasters/notesMaster1.xml" Id="R78daa1540abf46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f77b8a744b419a" /><Relationship Type="http://schemas.openxmlformats.org/officeDocument/2006/relationships/notesMaster" Target="/ppt/notesMasters/notesMaster1.xml" Id="R1192fd74c73547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179855732d4ef5" /><Relationship Type="http://schemas.openxmlformats.org/officeDocument/2006/relationships/notesMaster" Target="/ppt/notesMasters/notesMaster1.xml" Id="R34b4dedb81cd4f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09f0dabf5f42bc" /><Relationship Type="http://schemas.openxmlformats.org/officeDocument/2006/relationships/notesMaster" Target="/ppt/notesMasters/notesMaster1.xml" Id="Ra607d5a8326f4da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78fd8d1f13458a" /><Relationship Type="http://schemas.openxmlformats.org/officeDocument/2006/relationships/notesMaster" Target="/ppt/notesMasters/notesMaster1.xml" Id="R3be3782caa524b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72fcdf46af4109" /><Relationship Type="http://schemas.openxmlformats.org/officeDocument/2006/relationships/notesMaster" Target="/ppt/notesMasters/notesMaster1.xml" Id="Ra59bed06052f4d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84cb5eb5e484c02" /><Relationship Type="http://schemas.openxmlformats.org/officeDocument/2006/relationships/notesMaster" Target="/ppt/notesMasters/notesMaster1.xml" Id="R0846594d642142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e5f5c9df5a4dd6" /><Relationship Type="http://schemas.openxmlformats.org/officeDocument/2006/relationships/notesMaster" Target="/ppt/notesMasters/notesMaster1.xml" Id="R3385a5ca53b745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8f275703674d30" /><Relationship Type="http://schemas.openxmlformats.org/officeDocument/2006/relationships/notesMaster" Target="/ppt/notesMasters/notesMaster1.xml" Id="Rbc837e75ce9d47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ded2f2ff2e4b37" /><Relationship Type="http://schemas.openxmlformats.org/officeDocument/2006/relationships/notesMaster" Target="/ppt/notesMasters/notesMaster1.xml" Id="Rd4910b3833e246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guide explains the employee portal interface and the ticket journey. The screenshots are supplied sample UI captures; account details shown in them are test/example values. The worked ticket later in the deck uses clearly marked demo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navigation provides Dashboard, My Profile, Helpdesk, HRMax, MEMPCOConnected, and Logout. The top bar includes notifications and the user profile menu. This deck focuses on the employee helpdesk journey, with the surrounding portal included for context.</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use their authorized employee account to sign in. After a successful sign-in, the employee portal opens. If access fails, the employee should contact their internal helpdesk or portal administrator. Do not include passwords in a ticket or presentation.</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Employee Dashboard shows employee status, ticket count, pending review, and urgent active counts. It provides an ICT support guide and a Submit Ticket action. A Latest Activity area shows the most recent ticket and links to details. The counts and ticket values in this screenshot are sample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Profile displays employee information such as employee ID, phone, email, and office, plus counts for submitted, open, resolved, and cancelled tickets and latest ticket updates. The profile photo can also be updated. Screenshot values are test/demo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Helpdesk page summarizes queue, active, and resolved ticket counts and provides tabs for My Tickets and Submit Ticket. Admin-department accounts also see Burnout Request. Ticket counts and details shown in this screenshot are demo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ticket form asks for branch/location, department, device or system, contact number/local, support category, and concern type. Profile values may prefill some fields. Choose Device or System before Support Category; the category determines available concern types.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selection filters available support categories. The selected category filters concern types. For MBWin / Sky360, Account / Access Support includes new user account request, password reset, login problem, teller reactivation, teller role modification, and other access concerns.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follows an employee who cannot sign in to MBWin after the account becomes locked. This is a fictional demonstration. It uses the MBWin / Sky360 device, Account / Access Support, and Password reset concern. The system rule assigns Medium impact to Password reset.</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real employee and ticket details when submitting. This presentation leaves personal fields as placeholders. The issue description follows the prompts displayed for MBWin / Sky360 account requests: system, username or employee ID, access needed, what happened, and AnyDesk number.</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description: System or Account: MBWin / Sky360; Username or Employee ID: [Demo employee ID]; Access Needed: Password reset; What Happened: Account locked after unsuccessful sign-in attempts; AnyDesk Number: [Your AnyDesk number]. For MBWin / Sky360 password reset requests, attach the approved SAAR PDF. SAAR is not required for teller reactivation or expiry changes. Photos are optional.</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sample Password reset under Account / Access Support, the portal displays Medium impact. Impact is calculated from selected category and concern type. For this MBWin / Sky360 request, the approved SAAR PDF is required. The form supports up to five optional photo/screenshot attachments, limited to 4 MB each.</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submission, check all required fields, the issue description, and the applicable SAAR attachment. Select Submit Ticket. The form validates the details and presents a confirmation summary with concern and calculated impact. Select Confirm Submission to send it to ICT. A success notice appears and the ticket is added to My Tickets.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successful submission, the portal confirms the request and returns to My Tickets. A ticket number is generated by the portal; it is intentionally not fabricated in this example. The starting status appears in the ticket list. Keep the ticket number for follow-up.</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Tickets displays submitted requests as selectable cards. The card shows ticket reference, concern, date, status, and impact. Eligible pending/in-progress tickets may show an ICT queue position; urgent work can move ahead. The screenshot values are test/demo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ticket shows its submitted details, current status, assigned ICT staff where available, handling information, and action history. The ticket view may also show response and resolution timing. Timers and timeline values in screenshots are sample data and are not guarantees of a resolution time.</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portal notification area can show ticket updates. Opening a ticket also provides the ticket conversation for replies and photo attachments. Reply in the ticket thread when ICT requests more information so the response stays linked to the request. Screenshot notifications are example/test values.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tickets can be edited from the employee side when the edit action is available. Update details and save changes; saved employee changes are sent back to ICT for review. When a ticket has been locked for editing, the portal can prevent employee changes.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employees whose department is Admin see the separate Burnout Request tab. Required fields are assignment branch/location, custodian, brand, model, serial number, and custodian department. Notes or remarks are optional. Submit with Submit Burnout Request. This special path is not the standard ICT issue form.</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the worked MBWin / Sky360 Password reset request. The employee opens the portal, completes the required details, enters the issue summary and AnyDesk number, attaches approved SAAR, reviews the automatic Medium impact, submits, and tracks the generated ticket from My Tickets. ICT status changes and any follow-up are viewed in ticket details and conversation.</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bcef4186904a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06360477f7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ac7564d23348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768e9239fc4a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431a7f7dc644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9847b1b7d943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A2FE44-C151-4AA0-850B-7D7D8EA382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55A30A-419A-4903-9591-302F66802A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66167F-97FF-4AE7-A894-248308CB1A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D7F3D9-FF30-4D77-9678-AC3016A85A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0E62EE-5670-40F8-A9E3-C831482BBF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DC1524-3324-4AF5-B921-41B870A6E1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C2B1A5-4B98-4124-A94E-FBC353AFFF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D96276-18F6-44B7-8C1F-82F29040FF5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7FE2F4-ADDE-4C77-8DDC-5984129BF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EBDCD0-600D-4295-9C7E-B0630A2369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d8d40228614a36" /><Relationship Type="http://schemas.openxmlformats.org/officeDocument/2006/relationships/slideLayout" Target="/ppt/slideLayouts/slideLayout1.xml" Id="Rea5684eedf5c4919" /><Relationship Type="http://schemas.openxmlformats.org/officeDocument/2006/relationships/slideLayout" Target="/ppt/slideLayouts/slideLayout2.xml" Id="Rd943681ac89b4d02" /><Relationship Type="http://schemas.openxmlformats.org/officeDocument/2006/relationships/slideLayout" Target="/ppt/slideLayouts/slideLayout3.xml" Id="Rce9fbb747acc4944" /><Relationship Type="http://schemas.openxmlformats.org/officeDocument/2006/relationships/slideLayout" Target="/ppt/slideLayouts/slideLayout4.xml" Id="R657a0e39c44c4945" /><Relationship Type="http://schemas.openxmlformats.org/officeDocument/2006/relationships/slideLayout" Target="/ppt/slideLayouts/slideLayout5.xml" Id="R052d2f566a5042c2" /><Relationship Type="http://schemas.openxmlformats.org/officeDocument/2006/relationships/slideLayout" Target="/ppt/slideLayouts/slideLayout6.xml" Id="R58d6eafc031647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5684eedf5c4919"/>
    <p:sldLayoutId xmlns:r="http://schemas.openxmlformats.org/officeDocument/2006/relationships" id="2147483650" r:id="Rd943681ac89b4d02"/>
    <p:sldLayoutId xmlns:r="http://schemas.openxmlformats.org/officeDocument/2006/relationships" id="2147483651" r:id="Rce9fbb747acc4944"/>
    <p:sldLayoutId xmlns:r="http://schemas.openxmlformats.org/officeDocument/2006/relationships" id="2147483652" r:id="R657a0e39c44c4945"/>
    <p:sldLayoutId xmlns:r="http://schemas.openxmlformats.org/officeDocument/2006/relationships" id="2147483653" r:id="R052d2f566a5042c2"/>
    <p:sldLayoutId xmlns:r="http://schemas.openxmlformats.org/officeDocument/2006/relationships" id="2147483654" r:id="R58d6eafc031647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cac65f175240a5" /><Relationship Type="http://schemas.openxmlformats.org/officeDocument/2006/relationships/notesSlide" Target="/ppt/notesSlides/notesSlide1.xml" Id="Rba9525c1e19943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220eed1bd0485f" /><Relationship Type="http://schemas.openxmlformats.org/officeDocument/2006/relationships/image" Target="/ppt/media/image.jpeg" Id="R980184f6e51f483a" /><Relationship Type="http://schemas.openxmlformats.org/officeDocument/2006/relationships/notesSlide" Target="/ppt/notesSlides/notesSlide2.xml" Id="Rae919735c49848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8031fdd6484197" /><Relationship Type="http://schemas.openxmlformats.org/officeDocument/2006/relationships/image" Target="/ppt/media/image2.jpeg" Id="R310a06912bb842cd" /><Relationship Type="http://schemas.openxmlformats.org/officeDocument/2006/relationships/notesSlide" Target="/ppt/notesSlides/notesSlide3.xml" Id="R3b5800bd95e340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1d1e63993147f1" /><Relationship Type="http://schemas.openxmlformats.org/officeDocument/2006/relationships/image" Target="/ppt/media/image3.jpeg" Id="Rd7c5c64fb8f74d18" /><Relationship Type="http://schemas.openxmlformats.org/officeDocument/2006/relationships/notesSlide" Target="/ppt/notesSlides/notesSlide4.xml" Id="R90ecdaab1f2d4a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dc0baa1803496f" /><Relationship Type="http://schemas.openxmlformats.org/officeDocument/2006/relationships/image" Target="/ppt/media/image4.jpeg" Id="Ra60ace913a73417a" /><Relationship Type="http://schemas.openxmlformats.org/officeDocument/2006/relationships/notesSlide" Target="/ppt/notesSlides/notesSlide5.xml" Id="R940fea0b70614b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5fb5186850425d" /><Relationship Type="http://schemas.openxmlformats.org/officeDocument/2006/relationships/image" Target="/ppt/media/image5.jpeg" Id="R4e3d6074be0146c0" /><Relationship Type="http://schemas.openxmlformats.org/officeDocument/2006/relationships/notesSlide" Target="/ppt/notesSlides/notesSlide6.xml" Id="R9cc4d81a4caf46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0db4aa85304a05" /><Relationship Type="http://schemas.openxmlformats.org/officeDocument/2006/relationships/image" Target="/ppt/media/image6.jpeg" Id="R3298386e0c094015" /><Relationship Type="http://schemas.openxmlformats.org/officeDocument/2006/relationships/notesSlide" Target="/ppt/notesSlides/notesSlide7.xml" Id="R53720a5e1dc44c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9ff1b43be44dd3" /><Relationship Type="http://schemas.openxmlformats.org/officeDocument/2006/relationships/image" Target="/ppt/media/image7.jpeg" Id="R9a1041f3c32e4d77" /><Relationship Type="http://schemas.openxmlformats.org/officeDocument/2006/relationships/notesSlide" Target="/ppt/notesSlides/notesSlide8.xml" Id="R6dfa90ca388540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ddd64b007a42da" /><Relationship Type="http://schemas.openxmlformats.org/officeDocument/2006/relationships/notesSlide" Target="/ppt/notesSlides/notesSlide9.xml" Id="Rf6d1b8e0c33e4a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60602058944d37" /><Relationship Type="http://schemas.openxmlformats.org/officeDocument/2006/relationships/notesSlide" Target="/ppt/notesSlides/notesSlide10.xml" Id="Rc2535cf1ed5145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844d25bc5e424c" /><Relationship Type="http://schemas.openxmlformats.org/officeDocument/2006/relationships/image" Target="/ppt/media/image8.jpeg" Id="R6142f1a054524a1d" /><Relationship Type="http://schemas.openxmlformats.org/officeDocument/2006/relationships/notesSlide" Target="/ppt/notesSlides/notesSlide11.xml" Id="Ra48bdcb8bf644d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cbd4b1df504797" /><Relationship Type="http://schemas.openxmlformats.org/officeDocument/2006/relationships/image" Target="/ppt/media/image9.jpeg" Id="R1d9d8f31489f4904" /><Relationship Type="http://schemas.openxmlformats.org/officeDocument/2006/relationships/notesSlide" Target="/ppt/notesSlides/notesSlide12.xml" Id="R727d99f2d4a541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a6213da8b89434b" /><Relationship Type="http://schemas.openxmlformats.org/officeDocument/2006/relationships/image" Target="/ppt/media/image10.jpeg" Id="R101c2234f48a40d7" /><Relationship Type="http://schemas.openxmlformats.org/officeDocument/2006/relationships/notesSlide" Target="/ppt/notesSlides/notesSlide13.xml" Id="R218f2dfece8d4f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a6cd83518544b6b" /><Relationship Type="http://schemas.openxmlformats.org/officeDocument/2006/relationships/notesSlide" Target="/ppt/notesSlides/notesSlide14.xml" Id="R6dc325a656e24c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faa0076265443c4" /><Relationship Type="http://schemas.openxmlformats.org/officeDocument/2006/relationships/image" Target="/ppt/media/image11.jpeg" Id="R59f29403767b4abb" /><Relationship Type="http://schemas.openxmlformats.org/officeDocument/2006/relationships/notesSlide" Target="/ppt/notesSlides/notesSlide15.xml" Id="R9d87e87e0def4a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66f47744c7d4a0d" /><Relationship Type="http://schemas.openxmlformats.org/officeDocument/2006/relationships/notesSlide" Target="/ppt/notesSlides/notesSlide16.xml" Id="R0e7dbaa27be54a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3cae9643ed94bc4" /><Relationship Type="http://schemas.openxmlformats.org/officeDocument/2006/relationships/image" Target="/ppt/media/image12.jpeg" Id="R94389206ae984c7d" /><Relationship Type="http://schemas.openxmlformats.org/officeDocument/2006/relationships/notesSlide" Target="/ppt/notesSlides/notesSlide17.xml" Id="R787a4f2948b54f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88a0e5d11dc41c1" /><Relationship Type="http://schemas.openxmlformats.org/officeDocument/2006/relationships/notesSlide" Target="/ppt/notesSlides/notesSlide18.xml" Id="Rab96fb148ab047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4b061ec1de94547" /><Relationship Type="http://schemas.openxmlformats.org/officeDocument/2006/relationships/notesSlide" Target="/ppt/notesSlides/notesSlide19.xml" Id="R55d9122569ee4b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8e8d4c40610430e" /><Relationship Type="http://schemas.openxmlformats.org/officeDocument/2006/relationships/notesSlide" Target="/ppt/notesSlides/notesSlide20.xml" Id="R066d9a5dcbed49b1" /></Relationships>
</file>

<file path=ppt/slides/slide1.xml><?xml version="1.0" encoding="utf-8"?>
<p:sld xmlns:p="http://schemas.openxmlformats.org/presentationml/2006/main">
  <p:cSld>
    <p:bg>
      <p:bgPr>
        <a:solidFill xmlns:a="http://schemas.openxmlformats.org/drawingml/2006/main">
          <a:srgbClr val="112E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77C6A3-5C4F-4CC4-AE76-AFF71EBDAD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B3BDF4-3CC6-45A0-A04E-D52534CA0E16}"/>
              </a:ext>
            </a:extLst>
          </p:cNvPr>
          <p:cNvSpPr>
            <a:spLocks xmlns:a="http://schemas.openxmlformats.org/drawingml/2006/main" noGrp="1"/>
          </p:cNvSpPr>
          <p:nvPr/>
        </p:nvSpPr>
        <p:spPr>
          <a:xfrm xmlns:a="http://schemas.openxmlformats.org/drawingml/2006/main">
            <a:off x="7572375" y="0"/>
            <a:ext cx="4619625" cy="6858000"/>
          </a:xfrm>
          <a:prstGeom xmlns:a="http://schemas.openxmlformats.org/drawingml/2006/main" prst="rect">
            <a:avLst/>
          </a:prstGeom>
          <a:solidFill xmlns:a="http://schemas.openxmlformats.org/drawingml/2006/main">
            <a:srgbClr val="173F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A3CE1D-6693-4E32-82E7-CB4CDCE5147C}"/>
              </a:ext>
            </a:extLst>
          </p:cNvPr>
          <p:cNvSpPr>
            <a:spLocks xmlns:a="http://schemas.openxmlformats.org/drawingml/2006/main" noGrp="1"/>
          </p:cNvSpPr>
          <p:nvPr/>
        </p:nvSpPr>
        <p:spPr>
          <a:xfrm xmlns:a="http://schemas.openxmlformats.org/drawingml/2006/main">
            <a:off x="685800" y="7905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B6DAD8"/>
                </a:solidFill>
              </a:defRPr>
            </a:defPPr>
            <a:lvl1pPr algn="l">
              <a:defRPr sz="1350" b="1">
                <a:solidFill>
                  <a:srgbClr val="B6DAD8"/>
                </a:solidFill>
              </a:defRPr>
            </a:lvl1pPr>
            <a:lvl2pPr algn="l">
              <a:defRPr sz="1350" b="1">
                <a:solidFill>
                  <a:srgbClr val="B6DAD8"/>
                </a:solidFill>
              </a:defRPr>
            </a:lvl2pPr>
            <a:lvl3pPr algn="l">
              <a:defRPr sz="1350" b="1">
                <a:solidFill>
                  <a:srgbClr val="B6DAD8"/>
                </a:solidFill>
              </a:defRPr>
            </a:lvl3pPr>
            <a:lvl4pPr algn="l">
              <a:defRPr sz="1350" b="1">
                <a:solidFill>
                  <a:srgbClr val="B6DAD8"/>
                </a:solidFill>
              </a:defRPr>
            </a:lvl4pPr>
            <a:lvl5pPr algn="l">
              <a:defRPr sz="1350" b="1">
                <a:solidFill>
                  <a:srgbClr val="B6DAD8"/>
                </a:solidFill>
              </a:defRPr>
            </a:lvl5pPr>
            <a:lvl6pPr algn="l">
              <a:defRPr sz="1350" b="1">
                <a:solidFill>
                  <a:srgbClr val="B6DAD8"/>
                </a:solidFill>
              </a:defRPr>
            </a:lvl6pPr>
            <a:lvl7pPr algn="l">
              <a:defRPr sz="1350" b="1">
                <a:solidFill>
                  <a:srgbClr val="B6DAD8"/>
                </a:solidFill>
              </a:defRPr>
            </a:lvl7pPr>
            <a:lvl8pPr algn="l">
              <a:defRPr sz="1350" b="1">
                <a:solidFill>
                  <a:srgbClr val="B6DAD8"/>
                </a:solidFill>
              </a:defRPr>
            </a:lvl8pPr>
            <a:lvl9pPr algn="l">
              <a:defRPr sz="1350" b="1">
                <a:solidFill>
                  <a:srgbClr val="B6DAD8"/>
                </a:solidFill>
              </a:defRPr>
            </a:lvl9pPr>
          </a:lstStyle>
          <a:p xmlns:a="http://schemas.openxmlformats.org/drawingml/2006/main">
            <a:pPr algn="l">
              <a:lnSpc>
                <a:spcPct val="106000"/>
              </a:lnSpc>
              <a:buNone/>
              <a:defRPr sz="1350" b="1">
                <a:solidFill>
                  <a:srgbClr val="B6DAD8"/>
                </a:solidFill>
              </a:defRPr>
            </a:pPr>
            <a:r>
              <a:rPr sz="1350" b="1">
                <a:solidFill>
                  <a:srgbClr val="B6DAD8"/>
                </a:solidFill>
              </a:rPr>
              <a:t>EMPLOYEE PORTAL</a:t>
            </a:r>
          </a:p>
        </p:txBody>
      </p:sp>
      <p:sp>
        <p:nvSpPr>
          <p:cNvPr id="4" name="">
            <a:extLst xmlns:a="http://schemas.openxmlformats.org/drawingml/2006/main">
              <a:ext uri="{FF2B5EF4-FFF2-40B4-BE49-F238E27FC236}">
                <a16:creationId xmlns:a16="http://schemas.microsoft.com/office/drawing/2014/main" id="{75610F07-DD37-4787-97B8-97F3AA691C7C}"/>
              </a:ext>
            </a:extLst>
          </p:cNvPr>
          <p:cNvSpPr>
            <a:spLocks xmlns:a="http://schemas.openxmlformats.org/drawingml/2006/main" noGrp="1"/>
          </p:cNvSpPr>
          <p:nvPr/>
        </p:nvSpPr>
        <p:spPr>
          <a:xfrm xmlns:a="http://schemas.openxmlformats.org/drawingml/2006/main">
            <a:off x="666750" y="135255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825" b="1">
                <a:solidFill>
                  <a:srgbClr val="FFFFFF"/>
                </a:solidFill>
              </a:defRPr>
            </a:defPPr>
            <a:lvl1pPr algn="l">
              <a:defRPr sz="3825" b="1">
                <a:solidFill>
                  <a:srgbClr val="FFFFFF"/>
                </a:solidFill>
              </a:defRPr>
            </a:lvl1pPr>
            <a:lvl2pPr algn="l">
              <a:defRPr sz="3825" b="1">
                <a:solidFill>
                  <a:srgbClr val="FFFFFF"/>
                </a:solidFill>
              </a:defRPr>
            </a:lvl2pPr>
            <a:lvl3pPr algn="l">
              <a:defRPr sz="3825" b="1">
                <a:solidFill>
                  <a:srgbClr val="FFFFFF"/>
                </a:solidFill>
              </a:defRPr>
            </a:lvl3pPr>
            <a:lvl4pPr algn="l">
              <a:defRPr sz="3825" b="1">
                <a:solidFill>
                  <a:srgbClr val="FFFFFF"/>
                </a:solidFill>
              </a:defRPr>
            </a:lvl4pPr>
            <a:lvl5pPr algn="l">
              <a:defRPr sz="3825" b="1">
                <a:solidFill>
                  <a:srgbClr val="FFFFFF"/>
                </a:solidFill>
              </a:defRPr>
            </a:lvl5pPr>
            <a:lvl6pPr algn="l">
              <a:defRPr sz="3825" b="1">
                <a:solidFill>
                  <a:srgbClr val="FFFFFF"/>
                </a:solidFill>
              </a:defRPr>
            </a:lvl6pPr>
            <a:lvl7pPr algn="l">
              <a:defRPr sz="3825" b="1">
                <a:solidFill>
                  <a:srgbClr val="FFFFFF"/>
                </a:solidFill>
              </a:defRPr>
            </a:lvl7pPr>
            <a:lvl8pPr algn="l">
              <a:defRPr sz="3825" b="1">
                <a:solidFill>
                  <a:srgbClr val="FFFFFF"/>
                </a:solidFill>
              </a:defRPr>
            </a:lvl8pPr>
            <a:lvl9pPr algn="l">
              <a:defRPr sz="3825" b="1">
                <a:solidFill>
                  <a:srgbClr val="FFFFFF"/>
                </a:solidFill>
              </a:defRPr>
            </a:lvl9pPr>
          </a:lstStyle>
          <a:p xmlns:a="http://schemas.openxmlformats.org/drawingml/2006/main">
            <a:pPr algn="l">
              <a:lnSpc>
                <a:spcPct val="106000"/>
              </a:lnSpc>
              <a:buNone/>
              <a:defRPr sz="3825" b="1">
                <a:solidFill>
                  <a:srgbClr val="FFFFFF"/>
                </a:solidFill>
              </a:defRPr>
            </a:pPr>
            <a:r>
              <a:rPr sz="3825" b="1">
                <a:solidFill>
                  <a:srgbClr val="FFFFFF"/>
                </a:solidFill>
              </a:rPr>
              <a:t>The Employee Side</a:t>
            </a:r>
          </a:p>
          <a:p xmlns:a="http://schemas.openxmlformats.org/drawingml/2006/main">
            <a:pPr algn="l">
              <a:lnSpc>
                <a:spcPct val="106000"/>
              </a:lnSpc>
              <a:buNone/>
              <a:defRPr sz="3825" b="1">
                <a:solidFill>
                  <a:srgbClr val="FFFFFF"/>
                </a:solidFill>
              </a:defRPr>
            </a:pPr>
            <a:r>
              <a:rPr sz="3825" b="1">
                <a:solidFill>
                  <a:srgbClr val="FFFFFF"/>
                </a:solidFill>
              </a:rPr>
              <a:t>of the ICT Helpdesk</a:t>
            </a:r>
          </a:p>
        </p:txBody>
      </p:sp>
      <p:sp>
        <p:nvSpPr>
          <p:cNvPr id="5" name="">
            <a:extLst xmlns:a="http://schemas.openxmlformats.org/drawingml/2006/main">
              <a:ext uri="{FF2B5EF4-FFF2-40B4-BE49-F238E27FC236}">
                <a16:creationId xmlns:a16="http://schemas.microsoft.com/office/drawing/2014/main" id="{D6D78B86-2330-4C0C-BC56-D93F217E62E9}"/>
              </a:ext>
            </a:extLst>
          </p:cNvPr>
          <p:cNvSpPr>
            <a:spLocks xmlns:a="http://schemas.openxmlformats.org/drawingml/2006/main" noGrp="1"/>
          </p:cNvSpPr>
          <p:nvPr/>
        </p:nvSpPr>
        <p:spPr>
          <a:xfrm xmlns:a="http://schemas.openxmlformats.org/drawingml/2006/main">
            <a:off x="704850" y="3105150"/>
            <a:ext cx="666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D7E5EC"/>
                </a:solidFill>
              </a:defRPr>
            </a:defPPr>
            <a:lvl1pPr algn="l">
              <a:defRPr sz="1800" b="0">
                <a:solidFill>
                  <a:srgbClr val="D7E5EC"/>
                </a:solidFill>
              </a:defRPr>
            </a:lvl1pPr>
            <a:lvl2pPr algn="l">
              <a:defRPr sz="1800" b="0">
                <a:solidFill>
                  <a:srgbClr val="D7E5EC"/>
                </a:solidFill>
              </a:defRPr>
            </a:lvl2pPr>
            <a:lvl3pPr algn="l">
              <a:defRPr sz="1800" b="0">
                <a:solidFill>
                  <a:srgbClr val="D7E5EC"/>
                </a:solidFill>
              </a:defRPr>
            </a:lvl3pPr>
            <a:lvl4pPr algn="l">
              <a:defRPr sz="1800" b="0">
                <a:solidFill>
                  <a:srgbClr val="D7E5EC"/>
                </a:solidFill>
              </a:defRPr>
            </a:lvl4pPr>
            <a:lvl5pPr algn="l">
              <a:defRPr sz="1800" b="0">
                <a:solidFill>
                  <a:srgbClr val="D7E5EC"/>
                </a:solidFill>
              </a:defRPr>
            </a:lvl5pPr>
            <a:lvl6pPr algn="l">
              <a:defRPr sz="1800" b="0">
                <a:solidFill>
                  <a:srgbClr val="D7E5EC"/>
                </a:solidFill>
              </a:defRPr>
            </a:lvl6pPr>
            <a:lvl7pPr algn="l">
              <a:defRPr sz="1800" b="0">
                <a:solidFill>
                  <a:srgbClr val="D7E5EC"/>
                </a:solidFill>
              </a:defRPr>
            </a:lvl7pPr>
            <a:lvl8pPr algn="l">
              <a:defRPr sz="1800" b="0">
                <a:solidFill>
                  <a:srgbClr val="D7E5EC"/>
                </a:solidFill>
              </a:defRPr>
            </a:lvl8pPr>
            <a:lvl9pPr algn="l">
              <a:defRPr sz="1800" b="0">
                <a:solidFill>
                  <a:srgbClr val="D7E5EC"/>
                </a:solidFill>
              </a:defRPr>
            </a:lvl9pPr>
          </a:lstStyle>
          <a:p xmlns:a="http://schemas.openxmlformats.org/drawingml/2006/main">
            <a:pPr algn="l">
              <a:lnSpc>
                <a:spcPct val="106000"/>
              </a:lnSpc>
              <a:buNone/>
              <a:defRPr sz="1800" b="0">
                <a:solidFill>
                  <a:srgbClr val="D7E5EC"/>
                </a:solidFill>
              </a:defRPr>
            </a:pPr>
            <a:r>
              <a:rPr sz="1800" b="0">
                <a:solidFill>
                  <a:srgbClr val="D7E5EC"/>
                </a:solidFill>
              </a:rPr>
              <a:t>Portal screens, ticket steps, and a worked example</a:t>
            </a:r>
          </a:p>
        </p:txBody>
      </p:sp>
      <p:sp>
        <p:nvSpPr>
          <p:cNvPr id="6" name="">
            <a:extLst xmlns:a="http://schemas.openxmlformats.org/drawingml/2006/main">
              <a:ext uri="{FF2B5EF4-FFF2-40B4-BE49-F238E27FC236}">
                <a16:creationId xmlns:a16="http://schemas.microsoft.com/office/drawing/2014/main" id="{A5F15FC1-F94F-4D45-9405-1B2251CB1541}"/>
              </a:ext>
            </a:extLst>
          </p:cNvPr>
          <p:cNvSpPr>
            <a:spLocks xmlns:a="http://schemas.openxmlformats.org/drawingml/2006/main" noGrp="1"/>
          </p:cNvSpPr>
          <p:nvPr/>
        </p:nvSpPr>
        <p:spPr>
          <a:xfrm xmlns:a="http://schemas.openxmlformats.org/drawingml/2006/main">
            <a:off x="704850" y="461962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B6DAD8"/>
                </a:solidFill>
              </a:defRPr>
            </a:defPPr>
            <a:lvl1pPr algn="l">
              <a:defRPr sz="1575" b="1">
                <a:solidFill>
                  <a:srgbClr val="B6DAD8"/>
                </a:solidFill>
              </a:defRPr>
            </a:lvl1pPr>
            <a:lvl2pPr algn="l">
              <a:defRPr sz="1575" b="1">
                <a:solidFill>
                  <a:srgbClr val="B6DAD8"/>
                </a:solidFill>
              </a:defRPr>
            </a:lvl2pPr>
            <a:lvl3pPr algn="l">
              <a:defRPr sz="1575" b="1">
                <a:solidFill>
                  <a:srgbClr val="B6DAD8"/>
                </a:solidFill>
              </a:defRPr>
            </a:lvl3pPr>
            <a:lvl4pPr algn="l">
              <a:defRPr sz="1575" b="1">
                <a:solidFill>
                  <a:srgbClr val="B6DAD8"/>
                </a:solidFill>
              </a:defRPr>
            </a:lvl4pPr>
            <a:lvl5pPr algn="l">
              <a:defRPr sz="1575" b="1">
                <a:solidFill>
                  <a:srgbClr val="B6DAD8"/>
                </a:solidFill>
              </a:defRPr>
            </a:lvl5pPr>
            <a:lvl6pPr algn="l">
              <a:defRPr sz="1575" b="1">
                <a:solidFill>
                  <a:srgbClr val="B6DAD8"/>
                </a:solidFill>
              </a:defRPr>
            </a:lvl6pPr>
            <a:lvl7pPr algn="l">
              <a:defRPr sz="1575" b="1">
                <a:solidFill>
                  <a:srgbClr val="B6DAD8"/>
                </a:solidFill>
              </a:defRPr>
            </a:lvl7pPr>
            <a:lvl8pPr algn="l">
              <a:defRPr sz="1575" b="1">
                <a:solidFill>
                  <a:srgbClr val="B6DAD8"/>
                </a:solidFill>
              </a:defRPr>
            </a:lvl8pPr>
            <a:lvl9pPr algn="l">
              <a:defRPr sz="1575" b="1">
                <a:solidFill>
                  <a:srgbClr val="B6DAD8"/>
                </a:solidFill>
              </a:defRPr>
            </a:lvl9pPr>
          </a:lstStyle>
          <a:p xmlns:a="http://schemas.openxmlformats.org/drawingml/2006/main">
            <a:pPr algn="l">
              <a:lnSpc>
                <a:spcPct val="106000"/>
              </a:lnSpc>
              <a:buNone/>
              <a:defRPr sz="1575" b="1">
                <a:solidFill>
                  <a:srgbClr val="B6DAD8"/>
                </a:solidFill>
              </a:defRPr>
            </a:pPr>
            <a:r>
              <a:rPr sz="1575" b="1">
                <a:solidFill>
                  <a:srgbClr val="B6DAD8"/>
                </a:solidFill>
              </a:rPr>
              <a:t>Walkthrough from sign-in to ticket follow-up</a:t>
            </a:r>
          </a:p>
        </p:txBody>
      </p:sp>
      <p:sp>
        <p:nvSpPr>
          <p:cNvPr id="7" name="">
            <a:extLst xmlns:a="http://schemas.openxmlformats.org/drawingml/2006/main">
              <a:ext uri="{FF2B5EF4-FFF2-40B4-BE49-F238E27FC236}">
                <a16:creationId xmlns:a16="http://schemas.microsoft.com/office/drawing/2014/main" id="{FCA3416E-4B06-4185-820A-589092B45632}"/>
              </a:ext>
            </a:extLst>
          </p:cNvPr>
          <p:cNvSpPr>
            <a:spLocks xmlns:a="http://schemas.openxmlformats.org/drawingml/2006/main" noGrp="1"/>
          </p:cNvSpPr>
          <p:nvPr/>
        </p:nvSpPr>
        <p:spPr>
          <a:xfrm xmlns:a="http://schemas.openxmlformats.org/drawingml/2006/main">
            <a:off x="704850" y="5057775"/>
            <a:ext cx="638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defRPr>
            </a:defPPr>
            <a:lvl1pPr algn="l">
              <a:defRPr sz="1350" b="0">
                <a:solidFill>
                  <a:srgbClr val="FFFFFF"/>
                </a:solidFill>
              </a:defRPr>
            </a:lvl1pPr>
            <a:lvl2pPr algn="l">
              <a:defRPr sz="1350" b="0">
                <a:solidFill>
                  <a:srgbClr val="FFFFFF"/>
                </a:solidFill>
              </a:defRPr>
            </a:lvl2pPr>
            <a:lvl3pPr algn="l">
              <a:defRPr sz="1350" b="0">
                <a:solidFill>
                  <a:srgbClr val="FFFFFF"/>
                </a:solidFill>
              </a:defRPr>
            </a:lvl3pPr>
            <a:lvl4pPr algn="l">
              <a:defRPr sz="1350" b="0">
                <a:solidFill>
                  <a:srgbClr val="FFFFFF"/>
                </a:solidFill>
              </a:defRPr>
            </a:lvl4pPr>
            <a:lvl5pPr algn="l">
              <a:defRPr sz="1350" b="0">
                <a:solidFill>
                  <a:srgbClr val="FFFFFF"/>
                </a:solidFill>
              </a:defRPr>
            </a:lvl5pPr>
            <a:lvl6pPr algn="l">
              <a:defRPr sz="1350" b="0">
                <a:solidFill>
                  <a:srgbClr val="FFFFFF"/>
                </a:solidFill>
              </a:defRPr>
            </a:lvl6pPr>
            <a:lvl7pPr algn="l">
              <a:defRPr sz="1350" b="0">
                <a:solidFill>
                  <a:srgbClr val="FFFFFF"/>
                </a:solidFill>
              </a:defRPr>
            </a:lvl7pPr>
            <a:lvl8pPr algn="l">
              <a:defRPr sz="1350" b="0">
                <a:solidFill>
                  <a:srgbClr val="FFFFFF"/>
                </a:solidFill>
              </a:defRPr>
            </a:lvl8pPr>
            <a:lvl9pPr algn="l">
              <a:defRPr sz="1350" b="0">
                <a:solidFill>
                  <a:srgbClr val="FFFFFF"/>
                </a:solidFill>
              </a:defRPr>
            </a:lvl9pPr>
          </a:lstStyle>
          <a:p xmlns:a="http://schemas.openxmlformats.org/drawingml/2006/main">
            <a:pPr algn="l">
              <a:lnSpc>
                <a:spcPct val="106000"/>
              </a:lnSpc>
              <a:buNone/>
              <a:defRPr sz="1350" b="0">
                <a:solidFill>
                  <a:srgbClr val="FFFFFF"/>
                </a:solidFill>
              </a:defRPr>
            </a:pPr>
            <a:r>
              <a:rPr sz="1350" b="0">
                <a:solidFill>
                  <a:srgbClr val="FFFFFF"/>
                </a:solidFill>
              </a:rPr>
              <a:t>Standard support  •  MBWin / Sky360 sample  •  Admin Burnout path</a:t>
            </a:r>
          </a:p>
        </p:txBody>
      </p:sp>
    </p:spTree>
    <p:extLst>
      <p:ext uri="{BB962C8B-B14F-4D97-AF65-F5344CB8AC3E}">
        <p14:creationId xmlns:p14="http://schemas.microsoft.com/office/powerpoint/2010/main" val="88035880"/>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0DB31DD-0D88-4705-9A1A-286795E7BE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C0B219-FE01-4075-808A-E2AC4BA35931}"/>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Employee Portal navigation</a:t>
            </a:r>
          </a:p>
        </p:txBody>
      </p:sp>
      <p:sp>
        <p:nvSpPr>
          <p:cNvPr id="3" name="">
            <a:extLst xmlns:a="http://schemas.openxmlformats.org/drawingml/2006/main">
              <a:ext uri="{FF2B5EF4-FFF2-40B4-BE49-F238E27FC236}">
                <a16:creationId xmlns:a16="http://schemas.microsoft.com/office/drawing/2014/main" id="{543D0D36-C13B-4965-9504-C24DE5D6B939}"/>
              </a:ext>
            </a:extLst>
          </p:cNvPr>
          <p:cNvSpPr>
            <a:spLocks xmlns:a="http://schemas.openxmlformats.org/drawingml/2006/main" noGrp="1"/>
          </p:cNvSpPr>
          <p:nvPr/>
        </p:nvSpPr>
        <p:spPr>
          <a:xfrm xmlns:a="http://schemas.openxmlformats.org/drawingml/2006/main">
            <a:off x="647700" y="9048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The Helpdesk sits inside the broader Employee Portal.</a:t>
            </a:r>
          </a:p>
        </p:txBody>
      </p:sp>
      <p:sp>
        <p:nvSpPr>
          <p:cNvPr id="4" name="">
            <a:extLst xmlns:a="http://schemas.openxmlformats.org/drawingml/2006/main">
              <a:ext uri="{FF2B5EF4-FFF2-40B4-BE49-F238E27FC236}">
                <a16:creationId xmlns:a16="http://schemas.microsoft.com/office/drawing/2014/main" id="{29505DF8-E6F3-4A51-8E09-D610BA72CBEC}"/>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55F4AE-9257-4CC8-8AC8-CFEF5B153BE0}"/>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6" name="">
            <a:extLst xmlns:a="http://schemas.openxmlformats.org/drawingml/2006/main">
              <a:ext uri="{FF2B5EF4-FFF2-40B4-BE49-F238E27FC236}">
                <a16:creationId xmlns:a16="http://schemas.microsoft.com/office/drawing/2014/main" id="{4564B8A7-6BAD-40FD-B427-BAB926E996C7}"/>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02</a:t>
            </a:r>
          </a:p>
        </p:txBody>
      </p:sp>
      <p:pic>
        <p:nvPicPr>
          <p:cNvPr id="7" name="">
            <a:extLst xmlns:a="http://schemas.openxmlformats.org/drawingml/2006/main">
              <a:ext uri="{FF2B5EF4-FFF2-40B4-BE49-F238E27FC236}">
                <a16:creationId xmlns:a16="http://schemas.microsoft.com/office/drawing/2014/main" id="{2077938B-1B14-46CD-BEBB-291E93D33436}"/>
              </a:ext>
            </a:extLst>
          </p:cNvPr>
          <p:cNvPicPr>
            <a:picLocks xmlns:a="http://schemas.openxmlformats.org/drawingml/2006/main" noChangeAspect="1"/>
          </p:cNvPicPr>
          <p:nvPr/>
        </p:nvPicPr>
        <p:blipFill>
          <a:blip xmlns:r="http://schemas.openxmlformats.org/officeDocument/2006/relationships" xmlns:a="http://schemas.openxmlformats.org/drawingml/2006/main" r:embed="R980184f6e51f483a"/>
          <a:stretch xmlns:a="http://schemas.openxmlformats.org/drawingml/2006/main"/>
        </p:blipFill>
        <p:spPr>
          <a:xfrm xmlns:a="http://schemas.openxmlformats.org/drawingml/2006/main">
            <a:off x="708025" y="1466850"/>
            <a:ext cx="6756400" cy="38004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2D650D2-1D0F-4E2C-810B-282786ADF6DB}"/>
              </a:ext>
            </a:extLst>
          </p:cNvPr>
          <p:cNvSpPr>
            <a:spLocks xmlns:a="http://schemas.openxmlformats.org/drawingml/2006/main" noGrp="1"/>
          </p:cNvSpPr>
          <p:nvPr/>
        </p:nvSpPr>
        <p:spPr>
          <a:xfrm xmlns:a="http://schemas.openxmlformats.org/drawingml/2006/main">
            <a:off x="7877175" y="15335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LEFT NAVIGATION</a:t>
            </a:r>
          </a:p>
        </p:txBody>
      </p:sp>
      <p:sp>
        <p:nvSpPr>
          <p:cNvPr id="9" name="">
            <a:extLst xmlns:a="http://schemas.openxmlformats.org/drawingml/2006/main">
              <a:ext uri="{FF2B5EF4-FFF2-40B4-BE49-F238E27FC236}">
                <a16:creationId xmlns:a16="http://schemas.microsoft.com/office/drawing/2014/main" id="{70868E1B-F087-4501-AA1B-82A0324E4B21}"/>
              </a:ext>
            </a:extLst>
          </p:cNvPr>
          <p:cNvSpPr>
            <a:spLocks xmlns:a="http://schemas.openxmlformats.org/drawingml/2006/main" noGrp="1"/>
          </p:cNvSpPr>
          <p:nvPr/>
        </p:nvSpPr>
        <p:spPr>
          <a:xfrm xmlns:a="http://schemas.openxmlformats.org/drawingml/2006/main">
            <a:off x="7991475" y="20478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C22FF7E-D8D0-4DBA-8127-2271CB387A41}"/>
              </a:ext>
            </a:extLst>
          </p:cNvPr>
          <p:cNvSpPr>
            <a:spLocks xmlns:a="http://schemas.openxmlformats.org/drawingml/2006/main" noGrp="1"/>
          </p:cNvSpPr>
          <p:nvPr/>
        </p:nvSpPr>
        <p:spPr>
          <a:xfrm xmlns:a="http://schemas.openxmlformats.org/drawingml/2006/main">
            <a:off x="8220075" y="1933575"/>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Dashboard</a:t>
            </a:r>
          </a:p>
        </p:txBody>
      </p:sp>
      <p:sp>
        <p:nvSpPr>
          <p:cNvPr id="11" name="">
            <a:extLst xmlns:a="http://schemas.openxmlformats.org/drawingml/2006/main">
              <a:ext uri="{FF2B5EF4-FFF2-40B4-BE49-F238E27FC236}">
                <a16:creationId xmlns:a16="http://schemas.microsoft.com/office/drawing/2014/main" id="{54F6643F-A17B-468D-ADF9-48D1BA985A3D}"/>
              </a:ext>
            </a:extLst>
          </p:cNvPr>
          <p:cNvSpPr>
            <a:spLocks xmlns:a="http://schemas.openxmlformats.org/drawingml/2006/main" noGrp="1"/>
          </p:cNvSpPr>
          <p:nvPr/>
        </p:nvSpPr>
        <p:spPr>
          <a:xfrm xmlns:a="http://schemas.openxmlformats.org/drawingml/2006/main">
            <a:off x="7991475" y="253365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B8A64F-5F11-43D2-ACDB-AC7BA67CDEC8}"/>
              </a:ext>
            </a:extLst>
          </p:cNvPr>
          <p:cNvSpPr>
            <a:spLocks xmlns:a="http://schemas.openxmlformats.org/drawingml/2006/main" noGrp="1"/>
          </p:cNvSpPr>
          <p:nvPr/>
        </p:nvSpPr>
        <p:spPr>
          <a:xfrm xmlns:a="http://schemas.openxmlformats.org/drawingml/2006/main">
            <a:off x="8220075" y="24193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My Profile</a:t>
            </a:r>
          </a:p>
        </p:txBody>
      </p:sp>
      <p:sp>
        <p:nvSpPr>
          <p:cNvPr id="13" name="">
            <a:extLst xmlns:a="http://schemas.openxmlformats.org/drawingml/2006/main">
              <a:ext uri="{FF2B5EF4-FFF2-40B4-BE49-F238E27FC236}">
                <a16:creationId xmlns:a16="http://schemas.microsoft.com/office/drawing/2014/main" id="{B4A0B496-7B26-4571-8637-4C9BAA1CD8BE}"/>
              </a:ext>
            </a:extLst>
          </p:cNvPr>
          <p:cNvSpPr>
            <a:spLocks xmlns:a="http://schemas.openxmlformats.org/drawingml/2006/main" noGrp="1"/>
          </p:cNvSpPr>
          <p:nvPr/>
        </p:nvSpPr>
        <p:spPr>
          <a:xfrm xmlns:a="http://schemas.openxmlformats.org/drawingml/2006/main">
            <a:off x="7991475" y="3019425"/>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3D9329-09CD-4FF8-9FCF-324B9DE1889A}"/>
              </a:ext>
            </a:extLst>
          </p:cNvPr>
          <p:cNvSpPr>
            <a:spLocks xmlns:a="http://schemas.openxmlformats.org/drawingml/2006/main" noGrp="1"/>
          </p:cNvSpPr>
          <p:nvPr/>
        </p:nvSpPr>
        <p:spPr>
          <a:xfrm xmlns:a="http://schemas.openxmlformats.org/drawingml/2006/main">
            <a:off x="8220075" y="2905125"/>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2E43"/>
                </a:solidFill>
              </a:defRPr>
            </a:defPPr>
            <a:lvl1pPr algn="l">
              <a:defRPr sz="1500" b="1">
                <a:solidFill>
                  <a:srgbClr val="112E43"/>
                </a:solidFill>
              </a:defRPr>
            </a:lvl1pPr>
            <a:lvl2pPr algn="l">
              <a:defRPr sz="1500" b="1">
                <a:solidFill>
                  <a:srgbClr val="112E43"/>
                </a:solidFill>
              </a:defRPr>
            </a:lvl2pPr>
            <a:lvl3pPr algn="l">
              <a:defRPr sz="1500" b="1">
                <a:solidFill>
                  <a:srgbClr val="112E43"/>
                </a:solidFill>
              </a:defRPr>
            </a:lvl3pPr>
            <a:lvl4pPr algn="l">
              <a:defRPr sz="1500" b="1">
                <a:solidFill>
                  <a:srgbClr val="112E43"/>
                </a:solidFill>
              </a:defRPr>
            </a:lvl4pPr>
            <a:lvl5pPr algn="l">
              <a:defRPr sz="1500" b="1">
                <a:solidFill>
                  <a:srgbClr val="112E43"/>
                </a:solidFill>
              </a:defRPr>
            </a:lvl5pPr>
            <a:lvl6pPr algn="l">
              <a:defRPr sz="1500" b="1">
                <a:solidFill>
                  <a:srgbClr val="112E43"/>
                </a:solidFill>
              </a:defRPr>
            </a:lvl6pPr>
            <a:lvl7pPr algn="l">
              <a:defRPr sz="1500" b="1">
                <a:solidFill>
                  <a:srgbClr val="112E43"/>
                </a:solidFill>
              </a:defRPr>
            </a:lvl7pPr>
            <a:lvl8pPr algn="l">
              <a:defRPr sz="1500" b="1">
                <a:solidFill>
                  <a:srgbClr val="112E43"/>
                </a:solidFill>
              </a:defRPr>
            </a:lvl8pPr>
            <a:lvl9pPr algn="l">
              <a:defRPr sz="1500" b="1">
                <a:solidFill>
                  <a:srgbClr val="112E43"/>
                </a:solidFill>
              </a:defRPr>
            </a:lvl9pPr>
          </a:lstStyle>
          <a:p xmlns:a="http://schemas.openxmlformats.org/drawingml/2006/main">
            <a:pPr algn="l">
              <a:lnSpc>
                <a:spcPct val="106000"/>
              </a:lnSpc>
              <a:buNone/>
              <a:defRPr sz="1500" b="1">
                <a:solidFill>
                  <a:srgbClr val="112E43"/>
                </a:solidFill>
              </a:defRPr>
            </a:pPr>
            <a:r>
              <a:rPr sz="1500" b="1">
                <a:solidFill>
                  <a:srgbClr val="112E43"/>
                </a:solidFill>
              </a:rPr>
              <a:t>Helpdesk</a:t>
            </a:r>
          </a:p>
        </p:txBody>
      </p:sp>
      <p:sp>
        <p:nvSpPr>
          <p:cNvPr id="15" name="">
            <a:extLst xmlns:a="http://schemas.openxmlformats.org/drawingml/2006/main">
              <a:ext uri="{FF2B5EF4-FFF2-40B4-BE49-F238E27FC236}">
                <a16:creationId xmlns:a16="http://schemas.microsoft.com/office/drawing/2014/main" id="{134FADDC-04D6-48DD-883D-E6F3E9E441AD}"/>
              </a:ext>
            </a:extLst>
          </p:cNvPr>
          <p:cNvSpPr>
            <a:spLocks xmlns:a="http://schemas.openxmlformats.org/drawingml/2006/main" noGrp="1"/>
          </p:cNvSpPr>
          <p:nvPr/>
        </p:nvSpPr>
        <p:spPr>
          <a:xfrm xmlns:a="http://schemas.openxmlformats.org/drawingml/2006/main">
            <a:off x="7991475" y="350520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EFE1F0-4F71-4129-B994-99969A9D4F9F}"/>
              </a:ext>
            </a:extLst>
          </p:cNvPr>
          <p:cNvSpPr>
            <a:spLocks xmlns:a="http://schemas.openxmlformats.org/drawingml/2006/main" noGrp="1"/>
          </p:cNvSpPr>
          <p:nvPr/>
        </p:nvSpPr>
        <p:spPr>
          <a:xfrm xmlns:a="http://schemas.openxmlformats.org/drawingml/2006/main">
            <a:off x="8220075" y="33909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HRMax</a:t>
            </a:r>
          </a:p>
        </p:txBody>
      </p:sp>
      <p:sp>
        <p:nvSpPr>
          <p:cNvPr id="17" name="">
            <a:extLst xmlns:a="http://schemas.openxmlformats.org/drawingml/2006/main">
              <a:ext uri="{FF2B5EF4-FFF2-40B4-BE49-F238E27FC236}">
                <a16:creationId xmlns:a16="http://schemas.microsoft.com/office/drawing/2014/main" id="{03D44213-5030-45E0-8E68-036477337C81}"/>
              </a:ext>
            </a:extLst>
          </p:cNvPr>
          <p:cNvSpPr>
            <a:spLocks xmlns:a="http://schemas.openxmlformats.org/drawingml/2006/main" noGrp="1"/>
          </p:cNvSpPr>
          <p:nvPr/>
        </p:nvSpPr>
        <p:spPr>
          <a:xfrm xmlns:a="http://schemas.openxmlformats.org/drawingml/2006/main">
            <a:off x="7991475" y="39909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DE034A-0095-4845-81CD-2E698FF2FD63}"/>
              </a:ext>
            </a:extLst>
          </p:cNvPr>
          <p:cNvSpPr>
            <a:spLocks xmlns:a="http://schemas.openxmlformats.org/drawingml/2006/main" noGrp="1"/>
          </p:cNvSpPr>
          <p:nvPr/>
        </p:nvSpPr>
        <p:spPr>
          <a:xfrm xmlns:a="http://schemas.openxmlformats.org/drawingml/2006/main">
            <a:off x="8220075" y="3876675"/>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MEMPCOConnected</a:t>
            </a:r>
          </a:p>
        </p:txBody>
      </p:sp>
      <p:sp>
        <p:nvSpPr>
          <p:cNvPr id="19" name="">
            <a:extLst xmlns:a="http://schemas.openxmlformats.org/drawingml/2006/main">
              <a:ext uri="{FF2B5EF4-FFF2-40B4-BE49-F238E27FC236}">
                <a16:creationId xmlns:a16="http://schemas.microsoft.com/office/drawing/2014/main" id="{20DF1D12-9354-4F52-8F17-F3670B7AEA3A}"/>
              </a:ext>
            </a:extLst>
          </p:cNvPr>
          <p:cNvSpPr>
            <a:spLocks xmlns:a="http://schemas.openxmlformats.org/drawingml/2006/main" noGrp="1"/>
          </p:cNvSpPr>
          <p:nvPr/>
        </p:nvSpPr>
        <p:spPr>
          <a:xfrm xmlns:a="http://schemas.openxmlformats.org/drawingml/2006/main">
            <a:off x="7991475" y="447675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71CE22C-662A-4024-866D-659C46B296F5}"/>
              </a:ext>
            </a:extLst>
          </p:cNvPr>
          <p:cNvSpPr>
            <a:spLocks xmlns:a="http://schemas.openxmlformats.org/drawingml/2006/main" noGrp="1"/>
          </p:cNvSpPr>
          <p:nvPr/>
        </p:nvSpPr>
        <p:spPr>
          <a:xfrm xmlns:a="http://schemas.openxmlformats.org/drawingml/2006/main">
            <a:off x="8220075" y="43624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Logout</a:t>
            </a:r>
          </a:p>
        </p:txBody>
      </p:sp>
      <p:sp>
        <p:nvSpPr>
          <p:cNvPr id="21" name="">
            <a:extLst xmlns:a="http://schemas.openxmlformats.org/drawingml/2006/main">
              <a:ext uri="{FF2B5EF4-FFF2-40B4-BE49-F238E27FC236}">
                <a16:creationId xmlns:a16="http://schemas.microsoft.com/office/drawing/2014/main" id="{B5CA92F1-105B-4225-B70A-83BAACBC3870}"/>
              </a:ext>
            </a:extLst>
          </p:cNvPr>
          <p:cNvSpPr>
            <a:spLocks xmlns:a="http://schemas.openxmlformats.org/drawingml/2006/main" noGrp="1"/>
          </p:cNvSpPr>
          <p:nvPr/>
        </p:nvSpPr>
        <p:spPr>
          <a:xfrm xmlns:a="http://schemas.openxmlformats.org/drawingml/2006/main">
            <a:off x="7858125" y="5095875"/>
            <a:ext cx="3429000" cy="50482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81A231-FB20-445B-93AB-E0A9D32B2530}"/>
              </a:ext>
            </a:extLst>
          </p:cNvPr>
          <p:cNvSpPr>
            <a:spLocks xmlns:a="http://schemas.openxmlformats.org/drawingml/2006/main" noGrp="1"/>
          </p:cNvSpPr>
          <p:nvPr/>
        </p:nvSpPr>
        <p:spPr>
          <a:xfrm xmlns:a="http://schemas.openxmlformats.org/drawingml/2006/main">
            <a:off x="8020050" y="5133975"/>
            <a:ext cx="309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173F5D"/>
                </a:solidFill>
              </a:defRPr>
            </a:defPPr>
            <a:lvl1pPr algn="ctr">
              <a:defRPr sz="1275" b="1">
                <a:solidFill>
                  <a:srgbClr val="173F5D"/>
                </a:solidFill>
              </a:defRPr>
            </a:lvl1pPr>
            <a:lvl2pPr algn="ctr">
              <a:defRPr sz="1275" b="1">
                <a:solidFill>
                  <a:srgbClr val="173F5D"/>
                </a:solidFill>
              </a:defRPr>
            </a:lvl2pPr>
            <a:lvl3pPr algn="ctr">
              <a:defRPr sz="1275" b="1">
                <a:solidFill>
                  <a:srgbClr val="173F5D"/>
                </a:solidFill>
              </a:defRPr>
            </a:lvl3pPr>
            <a:lvl4pPr algn="ctr">
              <a:defRPr sz="1275" b="1">
                <a:solidFill>
                  <a:srgbClr val="173F5D"/>
                </a:solidFill>
              </a:defRPr>
            </a:lvl4pPr>
            <a:lvl5pPr algn="ctr">
              <a:defRPr sz="1275" b="1">
                <a:solidFill>
                  <a:srgbClr val="173F5D"/>
                </a:solidFill>
              </a:defRPr>
            </a:lvl5pPr>
            <a:lvl6pPr algn="ctr">
              <a:defRPr sz="1275" b="1">
                <a:solidFill>
                  <a:srgbClr val="173F5D"/>
                </a:solidFill>
              </a:defRPr>
            </a:lvl6pPr>
            <a:lvl7pPr algn="ctr">
              <a:defRPr sz="1275" b="1">
                <a:solidFill>
                  <a:srgbClr val="173F5D"/>
                </a:solidFill>
              </a:defRPr>
            </a:lvl7pPr>
            <a:lvl8pPr algn="ctr">
              <a:defRPr sz="1275" b="1">
                <a:solidFill>
                  <a:srgbClr val="173F5D"/>
                </a:solidFill>
              </a:defRPr>
            </a:lvl8pPr>
            <a:lvl9pPr algn="ctr">
              <a:defRPr sz="1275" b="1">
                <a:solidFill>
                  <a:srgbClr val="173F5D"/>
                </a:solidFill>
              </a:defRPr>
            </a:lvl9pPr>
          </a:lstStyle>
          <a:p xmlns:a="http://schemas.openxmlformats.org/drawingml/2006/main">
            <a:pPr algn="ctr">
              <a:lnSpc>
                <a:spcPct val="106000"/>
              </a:lnSpc>
              <a:buNone/>
              <a:defRPr sz="1275" b="1">
                <a:solidFill>
                  <a:srgbClr val="173F5D"/>
                </a:solidFill>
              </a:defRPr>
            </a:pPr>
            <a:r>
              <a:rPr sz="1275" b="1">
                <a:solidFill>
                  <a:srgbClr val="173F5D"/>
                </a:solidFill>
              </a:rPr>
              <a:t>Use Helpdesk for ICT requests and ticket updates.</a:t>
            </a:r>
          </a:p>
        </p:txBody>
      </p:sp>
    </p:spTree>
    <p:extLst>
      <p:ext uri="{BB962C8B-B14F-4D97-AF65-F5344CB8AC3E}">
        <p14:creationId xmlns:p14="http://schemas.microsoft.com/office/powerpoint/2010/main" val="797204313"/>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22D17BF-6E1A-4FE5-9D32-038956FC21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9BFA1E-1586-45AA-8CC8-965573A58BA0}"/>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Sign in to the Employee Portal</a:t>
            </a:r>
          </a:p>
        </p:txBody>
      </p:sp>
      <p:sp>
        <p:nvSpPr>
          <p:cNvPr id="3" name="">
            <a:extLst xmlns:a="http://schemas.openxmlformats.org/drawingml/2006/main">
              <a:ext uri="{FF2B5EF4-FFF2-40B4-BE49-F238E27FC236}">
                <a16:creationId xmlns:a16="http://schemas.microsoft.com/office/drawing/2014/main" id="{1192EE67-9C04-49F9-9677-F089543F24B6}"/>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C94D5B-AB8D-4609-AAD0-12E8FED564A2}"/>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F679D847-166C-43AD-A074-8315BAFBB2BF}"/>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03</a:t>
            </a:r>
          </a:p>
        </p:txBody>
      </p:sp>
      <p:pic>
        <p:nvPicPr>
          <p:cNvPr id="6" name="">
            <a:extLst xmlns:a="http://schemas.openxmlformats.org/drawingml/2006/main">
              <a:ext uri="{FF2B5EF4-FFF2-40B4-BE49-F238E27FC236}">
                <a16:creationId xmlns:a16="http://schemas.microsoft.com/office/drawing/2014/main" id="{F3457E71-E478-4D6C-965C-9DDB11AB4B52}"/>
              </a:ext>
            </a:extLst>
          </p:cNvPr>
          <p:cNvPicPr>
            <a:picLocks xmlns:a="http://schemas.openxmlformats.org/drawingml/2006/main" noChangeAspect="1"/>
          </p:cNvPicPr>
          <p:nvPr/>
        </p:nvPicPr>
        <p:blipFill>
          <a:blip xmlns:r="http://schemas.openxmlformats.org/officeDocument/2006/relationships" xmlns:a="http://schemas.openxmlformats.org/drawingml/2006/main" r:embed="R310a06912bb842cd"/>
          <a:stretch xmlns:a="http://schemas.openxmlformats.org/drawingml/2006/main"/>
        </p:blipFill>
        <p:spPr>
          <a:xfrm xmlns:a="http://schemas.openxmlformats.org/drawingml/2006/main">
            <a:off x="704850" y="1431131"/>
            <a:ext cx="7239000" cy="40719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6DDCB26-14BC-45FF-A748-5C18F852128F}"/>
              </a:ext>
            </a:extLst>
          </p:cNvPr>
          <p:cNvSpPr>
            <a:spLocks xmlns:a="http://schemas.openxmlformats.org/drawingml/2006/main" noGrp="1"/>
          </p:cNvSpPr>
          <p:nvPr/>
        </p:nvSpPr>
        <p:spPr>
          <a:xfrm xmlns:a="http://schemas.openxmlformats.org/drawingml/2006/main">
            <a:off x="8334375" y="17907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21E3E2-E982-4590-9FB4-000DE0CC74A5}"/>
              </a:ext>
            </a:extLst>
          </p:cNvPr>
          <p:cNvSpPr>
            <a:spLocks xmlns:a="http://schemas.openxmlformats.org/drawingml/2006/main" noGrp="1"/>
          </p:cNvSpPr>
          <p:nvPr/>
        </p:nvSpPr>
        <p:spPr>
          <a:xfrm xmlns:a="http://schemas.openxmlformats.org/drawingml/2006/main">
            <a:off x="8334375" y="1790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59D2AF7C-AD7E-40C2-A99D-D6167459A16B}"/>
              </a:ext>
            </a:extLst>
          </p:cNvPr>
          <p:cNvSpPr>
            <a:spLocks xmlns:a="http://schemas.openxmlformats.org/drawingml/2006/main" noGrp="1"/>
          </p:cNvSpPr>
          <p:nvPr/>
        </p:nvSpPr>
        <p:spPr>
          <a:xfrm xmlns:a="http://schemas.openxmlformats.org/drawingml/2006/main">
            <a:off x="8848725" y="17526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Enter account email</a:t>
            </a:r>
          </a:p>
        </p:txBody>
      </p:sp>
      <p:sp>
        <p:nvSpPr>
          <p:cNvPr id="10" name="">
            <a:extLst xmlns:a="http://schemas.openxmlformats.org/drawingml/2006/main">
              <a:ext uri="{FF2B5EF4-FFF2-40B4-BE49-F238E27FC236}">
                <a16:creationId xmlns:a16="http://schemas.microsoft.com/office/drawing/2014/main" id="{E30865C6-AF6E-44DD-8D96-04E135A57EC2}"/>
              </a:ext>
            </a:extLst>
          </p:cNvPr>
          <p:cNvSpPr>
            <a:spLocks xmlns:a="http://schemas.openxmlformats.org/drawingml/2006/main" noGrp="1"/>
          </p:cNvSpPr>
          <p:nvPr/>
        </p:nvSpPr>
        <p:spPr>
          <a:xfrm xmlns:a="http://schemas.openxmlformats.org/drawingml/2006/main">
            <a:off x="8848725" y="2114550"/>
            <a:ext cx="2552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Use your authorized employee email.</a:t>
            </a:r>
          </a:p>
        </p:txBody>
      </p:sp>
      <p:sp>
        <p:nvSpPr>
          <p:cNvPr id="11" name="">
            <a:extLst xmlns:a="http://schemas.openxmlformats.org/drawingml/2006/main">
              <a:ext uri="{FF2B5EF4-FFF2-40B4-BE49-F238E27FC236}">
                <a16:creationId xmlns:a16="http://schemas.microsoft.com/office/drawing/2014/main" id="{5B2AEFB3-2228-475D-8CB9-8C7F4ED0F6E8}"/>
              </a:ext>
            </a:extLst>
          </p:cNvPr>
          <p:cNvSpPr>
            <a:spLocks xmlns:a="http://schemas.openxmlformats.org/drawingml/2006/main" noGrp="1"/>
          </p:cNvSpPr>
          <p:nvPr/>
        </p:nvSpPr>
        <p:spPr>
          <a:xfrm xmlns:a="http://schemas.openxmlformats.org/drawingml/2006/main">
            <a:off x="8334375" y="29146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EF5EFA-15D1-4DCD-82AD-3A4F57783D0A}"/>
              </a:ext>
            </a:extLst>
          </p:cNvPr>
          <p:cNvSpPr>
            <a:spLocks xmlns:a="http://schemas.openxmlformats.org/drawingml/2006/main" noGrp="1"/>
          </p:cNvSpPr>
          <p:nvPr/>
        </p:nvSpPr>
        <p:spPr>
          <a:xfrm xmlns:a="http://schemas.openxmlformats.org/drawingml/2006/main">
            <a:off x="8334375" y="29146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1B3F906A-B477-4C8D-82E4-30B59E1E919E}"/>
              </a:ext>
            </a:extLst>
          </p:cNvPr>
          <p:cNvSpPr>
            <a:spLocks xmlns:a="http://schemas.openxmlformats.org/drawingml/2006/main" noGrp="1"/>
          </p:cNvSpPr>
          <p:nvPr/>
        </p:nvSpPr>
        <p:spPr>
          <a:xfrm xmlns:a="http://schemas.openxmlformats.org/drawingml/2006/main">
            <a:off x="8848725" y="28765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Enter password</a:t>
            </a:r>
          </a:p>
        </p:txBody>
      </p:sp>
      <p:sp>
        <p:nvSpPr>
          <p:cNvPr id="14" name="">
            <a:extLst xmlns:a="http://schemas.openxmlformats.org/drawingml/2006/main">
              <a:ext uri="{FF2B5EF4-FFF2-40B4-BE49-F238E27FC236}">
                <a16:creationId xmlns:a16="http://schemas.microsoft.com/office/drawing/2014/main" id="{21236A8E-AFBA-4527-860C-5E34051A7A63}"/>
              </a:ext>
            </a:extLst>
          </p:cNvPr>
          <p:cNvSpPr>
            <a:spLocks xmlns:a="http://schemas.openxmlformats.org/drawingml/2006/main" noGrp="1"/>
          </p:cNvSpPr>
          <p:nvPr/>
        </p:nvSpPr>
        <p:spPr>
          <a:xfrm xmlns:a="http://schemas.openxmlformats.org/drawingml/2006/main">
            <a:off x="8848725" y="3238500"/>
            <a:ext cx="2552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Keep sign-in credentials private.</a:t>
            </a:r>
          </a:p>
        </p:txBody>
      </p:sp>
      <p:sp>
        <p:nvSpPr>
          <p:cNvPr id="15" name="">
            <a:extLst xmlns:a="http://schemas.openxmlformats.org/drawingml/2006/main">
              <a:ext uri="{FF2B5EF4-FFF2-40B4-BE49-F238E27FC236}">
                <a16:creationId xmlns:a16="http://schemas.microsoft.com/office/drawing/2014/main" id="{013F482C-B8AF-4F26-9E31-B932A8007DBD}"/>
              </a:ext>
            </a:extLst>
          </p:cNvPr>
          <p:cNvSpPr>
            <a:spLocks xmlns:a="http://schemas.openxmlformats.org/drawingml/2006/main" noGrp="1"/>
          </p:cNvSpPr>
          <p:nvPr/>
        </p:nvSpPr>
        <p:spPr>
          <a:xfrm xmlns:a="http://schemas.openxmlformats.org/drawingml/2006/main">
            <a:off x="8334375" y="40386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67DB5C8-2658-48F6-80D6-F49AEB4C682C}"/>
              </a:ext>
            </a:extLst>
          </p:cNvPr>
          <p:cNvSpPr>
            <a:spLocks xmlns:a="http://schemas.openxmlformats.org/drawingml/2006/main" noGrp="1"/>
          </p:cNvSpPr>
          <p:nvPr/>
        </p:nvSpPr>
        <p:spPr>
          <a:xfrm xmlns:a="http://schemas.openxmlformats.org/drawingml/2006/main">
            <a:off x="8334375" y="4038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4F9BBB1E-3006-4727-A304-96711A75CA3D}"/>
              </a:ext>
            </a:extLst>
          </p:cNvPr>
          <p:cNvSpPr>
            <a:spLocks xmlns:a="http://schemas.openxmlformats.org/drawingml/2006/main" noGrp="1"/>
          </p:cNvSpPr>
          <p:nvPr/>
        </p:nvSpPr>
        <p:spPr>
          <a:xfrm xmlns:a="http://schemas.openxmlformats.org/drawingml/2006/main">
            <a:off x="8848725" y="40005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Select Sign in</a:t>
            </a:r>
          </a:p>
        </p:txBody>
      </p:sp>
      <p:sp>
        <p:nvSpPr>
          <p:cNvPr id="18" name="">
            <a:extLst xmlns:a="http://schemas.openxmlformats.org/drawingml/2006/main">
              <a:ext uri="{FF2B5EF4-FFF2-40B4-BE49-F238E27FC236}">
                <a16:creationId xmlns:a16="http://schemas.microsoft.com/office/drawing/2014/main" id="{5BCD492D-7427-409C-8478-05D596FB5F93}"/>
              </a:ext>
            </a:extLst>
          </p:cNvPr>
          <p:cNvSpPr>
            <a:spLocks xmlns:a="http://schemas.openxmlformats.org/drawingml/2006/main" noGrp="1"/>
          </p:cNvSpPr>
          <p:nvPr/>
        </p:nvSpPr>
        <p:spPr>
          <a:xfrm xmlns:a="http://schemas.openxmlformats.org/drawingml/2006/main">
            <a:off x="8848725" y="4362450"/>
            <a:ext cx="2552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Continue to the employee portal.</a:t>
            </a:r>
          </a:p>
        </p:txBody>
      </p:sp>
    </p:spTree>
    <p:extLst>
      <p:ext uri="{BB962C8B-B14F-4D97-AF65-F5344CB8AC3E}">
        <p14:creationId xmlns:p14="http://schemas.microsoft.com/office/powerpoint/2010/main" val="539437076"/>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49CA50-68F8-4272-AA2D-C669F0274C6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2E4785-A75D-44D3-B272-2998C798564E}"/>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Dashboard: start or review a request</a:t>
            </a:r>
          </a:p>
        </p:txBody>
      </p:sp>
      <p:sp>
        <p:nvSpPr>
          <p:cNvPr id="3" name="">
            <a:extLst xmlns:a="http://schemas.openxmlformats.org/drawingml/2006/main">
              <a:ext uri="{FF2B5EF4-FFF2-40B4-BE49-F238E27FC236}">
                <a16:creationId xmlns:a16="http://schemas.microsoft.com/office/drawing/2014/main" id="{45DB8D2A-9350-45DF-81F0-050F7FF8BCC3}"/>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AFB670-36CB-42D1-ABEB-9D042C243938}"/>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A7A2F59A-5BF0-48FA-8CDA-6623B5FA6D98}"/>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04</a:t>
            </a:r>
          </a:p>
        </p:txBody>
      </p:sp>
      <p:pic>
        <p:nvPicPr>
          <p:cNvPr id="6" name="">
            <a:extLst xmlns:a="http://schemas.openxmlformats.org/drawingml/2006/main">
              <a:ext uri="{FF2B5EF4-FFF2-40B4-BE49-F238E27FC236}">
                <a16:creationId xmlns:a16="http://schemas.microsoft.com/office/drawing/2014/main" id="{B837D27E-21E4-4814-B483-2209FF0B4D7F}"/>
              </a:ext>
            </a:extLst>
          </p:cNvPr>
          <p:cNvPicPr>
            <a:picLocks xmlns:a="http://schemas.openxmlformats.org/drawingml/2006/main" noChangeAspect="1"/>
          </p:cNvPicPr>
          <p:nvPr/>
        </p:nvPicPr>
        <p:blipFill>
          <a:blip xmlns:r="http://schemas.openxmlformats.org/officeDocument/2006/relationships" xmlns:a="http://schemas.openxmlformats.org/drawingml/2006/main" r:embed="Rd7c5c64fb8f74d18"/>
          <a:stretch xmlns:a="http://schemas.openxmlformats.org/drawingml/2006/main"/>
        </p:blipFill>
        <p:spPr>
          <a:xfrm xmlns:a="http://schemas.openxmlformats.org/drawingml/2006/main">
            <a:off x="666750" y="1466850"/>
            <a:ext cx="7162800" cy="40290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7BF492C-8835-480D-ABFC-BF011372A2AA}"/>
              </a:ext>
            </a:extLst>
          </p:cNvPr>
          <p:cNvSpPr>
            <a:spLocks xmlns:a="http://schemas.openxmlformats.org/drawingml/2006/main" noGrp="1"/>
          </p:cNvSpPr>
          <p:nvPr/>
        </p:nvSpPr>
        <p:spPr>
          <a:xfrm xmlns:a="http://schemas.openxmlformats.org/drawingml/2006/main">
            <a:off x="8181975" y="17526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E8B390-A8F8-4143-A33F-70C7B7D5F28C}"/>
              </a:ext>
            </a:extLst>
          </p:cNvPr>
          <p:cNvSpPr>
            <a:spLocks xmlns:a="http://schemas.openxmlformats.org/drawingml/2006/main" noGrp="1"/>
          </p:cNvSpPr>
          <p:nvPr/>
        </p:nvSpPr>
        <p:spPr>
          <a:xfrm xmlns:a="http://schemas.openxmlformats.org/drawingml/2006/main">
            <a:off x="8181975" y="1752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A0270D79-1D0C-41DE-A81E-57228E60521B}"/>
              </a:ext>
            </a:extLst>
          </p:cNvPr>
          <p:cNvSpPr>
            <a:spLocks xmlns:a="http://schemas.openxmlformats.org/drawingml/2006/main" noGrp="1"/>
          </p:cNvSpPr>
          <p:nvPr/>
        </p:nvSpPr>
        <p:spPr>
          <a:xfrm xmlns:a="http://schemas.openxmlformats.org/drawingml/2006/main">
            <a:off x="8696325" y="17145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Start a request</a:t>
            </a:r>
          </a:p>
        </p:txBody>
      </p:sp>
      <p:sp>
        <p:nvSpPr>
          <p:cNvPr id="10" name="">
            <a:extLst xmlns:a="http://schemas.openxmlformats.org/drawingml/2006/main">
              <a:ext uri="{FF2B5EF4-FFF2-40B4-BE49-F238E27FC236}">
                <a16:creationId xmlns:a16="http://schemas.microsoft.com/office/drawing/2014/main" id="{BE10252F-2249-43D7-B911-573FAE10632A}"/>
              </a:ext>
            </a:extLst>
          </p:cNvPr>
          <p:cNvSpPr>
            <a:spLocks xmlns:a="http://schemas.openxmlformats.org/drawingml/2006/main" noGrp="1"/>
          </p:cNvSpPr>
          <p:nvPr/>
        </p:nvSpPr>
        <p:spPr>
          <a:xfrm xmlns:a="http://schemas.openxmlformats.org/drawingml/2006/main">
            <a:off x="8696325" y="2076450"/>
            <a:ext cx="26289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Select Submit Ticket from the dashboard or Helpdesk.</a:t>
            </a:r>
          </a:p>
        </p:txBody>
      </p:sp>
      <p:sp>
        <p:nvSpPr>
          <p:cNvPr id="11" name="">
            <a:extLst xmlns:a="http://schemas.openxmlformats.org/drawingml/2006/main">
              <a:ext uri="{FF2B5EF4-FFF2-40B4-BE49-F238E27FC236}">
                <a16:creationId xmlns:a16="http://schemas.microsoft.com/office/drawing/2014/main" id="{D9C9553C-E9D5-4B51-B880-493F423DF9DB}"/>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0747C77-0AD1-4323-A8E3-22A6963E515B}"/>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D45D6B29-2A65-4F4B-B3B6-7592D7205D3D}"/>
              </a:ext>
            </a:extLst>
          </p:cNvPr>
          <p:cNvSpPr>
            <a:spLocks xmlns:a="http://schemas.openxmlformats.org/drawingml/2006/main" noGrp="1"/>
          </p:cNvSpPr>
          <p:nvPr/>
        </p:nvSpPr>
        <p:spPr>
          <a:xfrm xmlns:a="http://schemas.openxmlformats.org/drawingml/2006/main">
            <a:off x="8696325" y="29908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Review recent activity</a:t>
            </a:r>
          </a:p>
        </p:txBody>
      </p:sp>
      <p:sp>
        <p:nvSpPr>
          <p:cNvPr id="14" name="">
            <a:extLst xmlns:a="http://schemas.openxmlformats.org/drawingml/2006/main">
              <a:ext uri="{FF2B5EF4-FFF2-40B4-BE49-F238E27FC236}">
                <a16:creationId xmlns:a16="http://schemas.microsoft.com/office/drawing/2014/main" id="{597D1541-B742-4A40-A999-294E91212675}"/>
              </a:ext>
            </a:extLst>
          </p:cNvPr>
          <p:cNvSpPr>
            <a:spLocks xmlns:a="http://schemas.openxmlformats.org/drawingml/2006/main" noGrp="1"/>
          </p:cNvSpPr>
          <p:nvPr/>
        </p:nvSpPr>
        <p:spPr>
          <a:xfrm xmlns:a="http://schemas.openxmlformats.org/drawingml/2006/main">
            <a:off x="8696325" y="3352800"/>
            <a:ext cx="26289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Open the latest ticket when you need its details.</a:t>
            </a:r>
          </a:p>
        </p:txBody>
      </p:sp>
      <p:sp>
        <p:nvSpPr>
          <p:cNvPr id="15" name="">
            <a:extLst xmlns:a="http://schemas.openxmlformats.org/drawingml/2006/main">
              <a:ext uri="{FF2B5EF4-FFF2-40B4-BE49-F238E27FC236}">
                <a16:creationId xmlns:a16="http://schemas.microsoft.com/office/drawing/2014/main" id="{1D32C37A-E920-48BD-9857-2906D0422C84}"/>
              </a:ext>
            </a:extLst>
          </p:cNvPr>
          <p:cNvSpPr>
            <a:spLocks xmlns:a="http://schemas.openxmlformats.org/drawingml/2006/main" noGrp="1"/>
          </p:cNvSpPr>
          <p:nvPr/>
        </p:nvSpPr>
        <p:spPr>
          <a:xfrm xmlns:a="http://schemas.openxmlformats.org/drawingml/2006/main">
            <a:off x="8181975" y="43053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F60F6BA-361F-40A4-A82C-D6B3C381F6A0}"/>
              </a:ext>
            </a:extLst>
          </p:cNvPr>
          <p:cNvSpPr>
            <a:spLocks xmlns:a="http://schemas.openxmlformats.org/drawingml/2006/main" noGrp="1"/>
          </p:cNvSpPr>
          <p:nvPr/>
        </p:nvSpPr>
        <p:spPr>
          <a:xfrm xmlns:a="http://schemas.openxmlformats.org/drawingml/2006/main">
            <a:off x="8181975" y="4305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D8DF8941-AA51-4154-9E3D-C78412F07359}"/>
              </a:ext>
            </a:extLst>
          </p:cNvPr>
          <p:cNvSpPr>
            <a:spLocks xmlns:a="http://schemas.openxmlformats.org/drawingml/2006/main" noGrp="1"/>
          </p:cNvSpPr>
          <p:nvPr/>
        </p:nvSpPr>
        <p:spPr>
          <a:xfrm xmlns:a="http://schemas.openxmlformats.org/drawingml/2006/main">
            <a:off x="8696325" y="42672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Use the ICT guide</a:t>
            </a:r>
          </a:p>
        </p:txBody>
      </p:sp>
      <p:sp>
        <p:nvSpPr>
          <p:cNvPr id="18" name="">
            <a:extLst xmlns:a="http://schemas.openxmlformats.org/drawingml/2006/main">
              <a:ext uri="{FF2B5EF4-FFF2-40B4-BE49-F238E27FC236}">
                <a16:creationId xmlns:a16="http://schemas.microsoft.com/office/drawing/2014/main" id="{EB5BE050-B271-4B24-885C-E0E05D25C260}"/>
              </a:ext>
            </a:extLst>
          </p:cNvPr>
          <p:cNvSpPr>
            <a:spLocks xmlns:a="http://schemas.openxmlformats.org/drawingml/2006/main" noGrp="1"/>
          </p:cNvSpPr>
          <p:nvPr/>
        </p:nvSpPr>
        <p:spPr>
          <a:xfrm xmlns:a="http://schemas.openxmlformats.org/drawingml/2006/main">
            <a:off x="8696325" y="4629150"/>
            <a:ext cx="26289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Choose a category that matches your concern.</a:t>
            </a:r>
          </a:p>
        </p:txBody>
      </p:sp>
    </p:spTree>
    <p:extLst>
      <p:ext uri="{BB962C8B-B14F-4D97-AF65-F5344CB8AC3E}">
        <p14:creationId xmlns:p14="http://schemas.microsoft.com/office/powerpoint/2010/main" val="1144144534"/>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9FB12D6-0928-44D1-B296-A941AB18167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14D867-69D6-487E-8B0B-8B6F6B7DAE0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My Profile: employee information and activity</a:t>
            </a:r>
          </a:p>
        </p:txBody>
      </p:sp>
      <p:sp>
        <p:nvSpPr>
          <p:cNvPr id="3" name="">
            <a:extLst xmlns:a="http://schemas.openxmlformats.org/drawingml/2006/main">
              <a:ext uri="{FF2B5EF4-FFF2-40B4-BE49-F238E27FC236}">
                <a16:creationId xmlns:a16="http://schemas.microsoft.com/office/drawing/2014/main" id="{B0AF9350-5309-4157-B6F2-F95C9FD89277}"/>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C87B06-1C76-4FB9-A579-FA8227AA9742}"/>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41AF6EE0-48C6-4A5C-9966-C2E45A6027E6}"/>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05</a:t>
            </a:r>
          </a:p>
        </p:txBody>
      </p:sp>
      <p:pic>
        <p:nvPicPr>
          <p:cNvPr id="6" name="">
            <a:extLst xmlns:a="http://schemas.openxmlformats.org/drawingml/2006/main">
              <a:ext uri="{FF2B5EF4-FFF2-40B4-BE49-F238E27FC236}">
                <a16:creationId xmlns:a16="http://schemas.microsoft.com/office/drawing/2014/main" id="{74FE03DC-EB9B-41F7-BFA4-13C6EE06A548}"/>
              </a:ext>
            </a:extLst>
          </p:cNvPr>
          <p:cNvPicPr>
            <a:picLocks xmlns:a="http://schemas.openxmlformats.org/drawingml/2006/main" noChangeAspect="1"/>
          </p:cNvPicPr>
          <p:nvPr/>
        </p:nvPicPr>
        <p:blipFill>
          <a:blip xmlns:r="http://schemas.openxmlformats.org/officeDocument/2006/relationships" xmlns:a="http://schemas.openxmlformats.org/drawingml/2006/main" r:embed="Ra60ace913a73417a"/>
          <a:stretch xmlns:a="http://schemas.openxmlformats.org/drawingml/2006/main"/>
        </p:blipFill>
        <p:spPr>
          <a:xfrm xmlns:a="http://schemas.openxmlformats.org/drawingml/2006/main">
            <a:off x="666750" y="1409700"/>
            <a:ext cx="7162800" cy="40290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16E0D6-473A-4378-97E5-36CB4CF9BCAB}"/>
              </a:ext>
            </a:extLst>
          </p:cNvPr>
          <p:cNvSpPr>
            <a:spLocks xmlns:a="http://schemas.openxmlformats.org/drawingml/2006/main" noGrp="1"/>
          </p:cNvSpPr>
          <p:nvPr/>
        </p:nvSpPr>
        <p:spPr>
          <a:xfrm xmlns:a="http://schemas.openxmlformats.org/drawingml/2006/main">
            <a:off x="8181975" y="17621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E7592B-ECA6-4F66-8590-7B38CDE89B6A}"/>
              </a:ext>
            </a:extLst>
          </p:cNvPr>
          <p:cNvSpPr>
            <a:spLocks xmlns:a="http://schemas.openxmlformats.org/drawingml/2006/main" noGrp="1"/>
          </p:cNvSpPr>
          <p:nvPr/>
        </p:nvSpPr>
        <p:spPr>
          <a:xfrm xmlns:a="http://schemas.openxmlformats.org/drawingml/2006/main">
            <a:off x="8181975" y="17621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BCE73897-9D31-484F-9074-F23035E38F58}"/>
              </a:ext>
            </a:extLst>
          </p:cNvPr>
          <p:cNvSpPr>
            <a:spLocks xmlns:a="http://schemas.openxmlformats.org/drawingml/2006/main" noGrp="1"/>
          </p:cNvSpPr>
          <p:nvPr/>
        </p:nvSpPr>
        <p:spPr>
          <a:xfrm xmlns:a="http://schemas.openxmlformats.org/drawingml/2006/main">
            <a:off x="8696325" y="17240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Review your details</a:t>
            </a:r>
          </a:p>
        </p:txBody>
      </p:sp>
      <p:sp>
        <p:nvSpPr>
          <p:cNvPr id="10" name="">
            <a:extLst xmlns:a="http://schemas.openxmlformats.org/drawingml/2006/main">
              <a:ext uri="{FF2B5EF4-FFF2-40B4-BE49-F238E27FC236}">
                <a16:creationId xmlns:a16="http://schemas.microsoft.com/office/drawing/2014/main" id="{CE3F8A41-4B79-4E10-A0B7-B96C1EA5F32F}"/>
              </a:ext>
            </a:extLst>
          </p:cNvPr>
          <p:cNvSpPr>
            <a:spLocks xmlns:a="http://schemas.openxmlformats.org/drawingml/2006/main" noGrp="1"/>
          </p:cNvSpPr>
          <p:nvPr/>
        </p:nvSpPr>
        <p:spPr>
          <a:xfrm xmlns:a="http://schemas.openxmlformats.org/drawingml/2006/main">
            <a:off x="8696325" y="2085975"/>
            <a:ext cx="2647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Check your contact information and office.</a:t>
            </a:r>
          </a:p>
        </p:txBody>
      </p:sp>
      <p:sp>
        <p:nvSpPr>
          <p:cNvPr id="11" name="">
            <a:extLst xmlns:a="http://schemas.openxmlformats.org/drawingml/2006/main">
              <a:ext uri="{FF2B5EF4-FFF2-40B4-BE49-F238E27FC236}">
                <a16:creationId xmlns:a16="http://schemas.microsoft.com/office/drawing/2014/main" id="{92C59FB6-1DE8-4BFD-BC18-928F0EB26897}"/>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5E08490-9541-404F-BF3A-07B45EF42397}"/>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60378EDD-F614-4315-97D6-97FE87FF9327}"/>
              </a:ext>
            </a:extLst>
          </p:cNvPr>
          <p:cNvSpPr>
            <a:spLocks xmlns:a="http://schemas.openxmlformats.org/drawingml/2006/main" noGrp="1"/>
          </p:cNvSpPr>
          <p:nvPr/>
        </p:nvSpPr>
        <p:spPr>
          <a:xfrm xmlns:a="http://schemas.openxmlformats.org/drawingml/2006/main">
            <a:off x="8696325" y="29908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Review ticket activity</a:t>
            </a:r>
          </a:p>
        </p:txBody>
      </p:sp>
      <p:sp>
        <p:nvSpPr>
          <p:cNvPr id="14" name="">
            <a:extLst xmlns:a="http://schemas.openxmlformats.org/drawingml/2006/main">
              <a:ext uri="{FF2B5EF4-FFF2-40B4-BE49-F238E27FC236}">
                <a16:creationId xmlns:a16="http://schemas.microsoft.com/office/drawing/2014/main" id="{9EEB42E4-56F0-401C-9286-BD66C65406DB}"/>
              </a:ext>
            </a:extLst>
          </p:cNvPr>
          <p:cNvSpPr>
            <a:spLocks xmlns:a="http://schemas.openxmlformats.org/drawingml/2006/main" noGrp="1"/>
          </p:cNvSpPr>
          <p:nvPr/>
        </p:nvSpPr>
        <p:spPr>
          <a:xfrm xmlns:a="http://schemas.openxmlformats.org/drawingml/2006/main">
            <a:off x="8696325" y="3352800"/>
            <a:ext cx="2647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See open and resolved request counts.</a:t>
            </a:r>
          </a:p>
        </p:txBody>
      </p:sp>
      <p:sp>
        <p:nvSpPr>
          <p:cNvPr id="15" name="">
            <a:extLst xmlns:a="http://schemas.openxmlformats.org/drawingml/2006/main">
              <a:ext uri="{FF2B5EF4-FFF2-40B4-BE49-F238E27FC236}">
                <a16:creationId xmlns:a16="http://schemas.microsoft.com/office/drawing/2014/main" id="{A7140092-0816-43F8-B5A5-B15E091B4DC1}"/>
              </a:ext>
            </a:extLst>
          </p:cNvPr>
          <p:cNvSpPr>
            <a:spLocks xmlns:a="http://schemas.openxmlformats.org/drawingml/2006/main" noGrp="1"/>
          </p:cNvSpPr>
          <p:nvPr/>
        </p:nvSpPr>
        <p:spPr>
          <a:xfrm xmlns:a="http://schemas.openxmlformats.org/drawingml/2006/main">
            <a:off x="8181975" y="429577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6EADAEC-D55D-4C31-B1C9-64DD24B1A403}"/>
              </a:ext>
            </a:extLst>
          </p:cNvPr>
          <p:cNvSpPr>
            <a:spLocks xmlns:a="http://schemas.openxmlformats.org/drawingml/2006/main" noGrp="1"/>
          </p:cNvSpPr>
          <p:nvPr/>
        </p:nvSpPr>
        <p:spPr>
          <a:xfrm xmlns:a="http://schemas.openxmlformats.org/drawingml/2006/main">
            <a:off x="8181975" y="42957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BE583A6B-3008-41D9-9F1E-C3F4B8F856B5}"/>
              </a:ext>
            </a:extLst>
          </p:cNvPr>
          <p:cNvSpPr>
            <a:spLocks xmlns:a="http://schemas.openxmlformats.org/drawingml/2006/main" noGrp="1"/>
          </p:cNvSpPr>
          <p:nvPr/>
        </p:nvSpPr>
        <p:spPr>
          <a:xfrm xmlns:a="http://schemas.openxmlformats.org/drawingml/2006/main">
            <a:off x="8696325" y="425767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Go to Helpdesk</a:t>
            </a:r>
          </a:p>
        </p:txBody>
      </p:sp>
      <p:sp>
        <p:nvSpPr>
          <p:cNvPr id="18" name="">
            <a:extLst xmlns:a="http://schemas.openxmlformats.org/drawingml/2006/main">
              <a:ext uri="{FF2B5EF4-FFF2-40B4-BE49-F238E27FC236}">
                <a16:creationId xmlns:a16="http://schemas.microsoft.com/office/drawing/2014/main" id="{F4CC8E36-2011-41CA-AA89-372019CF66A1}"/>
              </a:ext>
            </a:extLst>
          </p:cNvPr>
          <p:cNvSpPr>
            <a:spLocks xmlns:a="http://schemas.openxmlformats.org/drawingml/2006/main" noGrp="1"/>
          </p:cNvSpPr>
          <p:nvPr/>
        </p:nvSpPr>
        <p:spPr>
          <a:xfrm xmlns:a="http://schemas.openxmlformats.org/drawingml/2006/main">
            <a:off x="8696325" y="4619625"/>
            <a:ext cx="2647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Use the portal navigation to submit or track.</a:t>
            </a:r>
          </a:p>
        </p:txBody>
      </p:sp>
    </p:spTree>
    <p:extLst>
      <p:ext uri="{BB962C8B-B14F-4D97-AF65-F5344CB8AC3E}">
        <p14:creationId xmlns:p14="http://schemas.microsoft.com/office/powerpoint/2010/main" val="782857365"/>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BF1AD2D-E4E2-4C11-A304-322EF9B485E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4286E7-894E-44A3-A38D-52ED704A2E32}"/>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Helpdesk: employee ticket workspace</a:t>
            </a:r>
          </a:p>
        </p:txBody>
      </p:sp>
      <p:sp>
        <p:nvSpPr>
          <p:cNvPr id="3" name="">
            <a:extLst xmlns:a="http://schemas.openxmlformats.org/drawingml/2006/main">
              <a:ext uri="{FF2B5EF4-FFF2-40B4-BE49-F238E27FC236}">
                <a16:creationId xmlns:a16="http://schemas.microsoft.com/office/drawing/2014/main" id="{82539B1A-0D21-494C-AE2C-8BB507289140}"/>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041167-6C69-43B9-8963-0F669B85083A}"/>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E1FE2741-0A02-4B45-9BA3-1AB1F063E742}"/>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06</a:t>
            </a:r>
          </a:p>
        </p:txBody>
      </p:sp>
      <p:pic>
        <p:nvPicPr>
          <p:cNvPr id="6" name="">
            <a:extLst xmlns:a="http://schemas.openxmlformats.org/drawingml/2006/main">
              <a:ext uri="{FF2B5EF4-FFF2-40B4-BE49-F238E27FC236}">
                <a16:creationId xmlns:a16="http://schemas.microsoft.com/office/drawing/2014/main" id="{CB381164-0731-475A-A4B5-BF7698F6024A}"/>
              </a:ext>
            </a:extLst>
          </p:cNvPr>
          <p:cNvPicPr>
            <a:picLocks xmlns:a="http://schemas.openxmlformats.org/drawingml/2006/main" noChangeAspect="1"/>
          </p:cNvPicPr>
          <p:nvPr/>
        </p:nvPicPr>
        <p:blipFill>
          <a:blip xmlns:r="http://schemas.openxmlformats.org/officeDocument/2006/relationships" xmlns:a="http://schemas.openxmlformats.org/drawingml/2006/main" r:embed="R4e3d6074be0146c0"/>
          <a:stretch xmlns:a="http://schemas.openxmlformats.org/drawingml/2006/main"/>
        </p:blipFill>
        <p:spPr>
          <a:xfrm xmlns:a="http://schemas.openxmlformats.org/drawingml/2006/main">
            <a:off x="669925" y="1381125"/>
            <a:ext cx="7518400" cy="42291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07E605-5FBD-4600-970B-E00AC9498921}"/>
              </a:ext>
            </a:extLst>
          </p:cNvPr>
          <p:cNvSpPr>
            <a:spLocks xmlns:a="http://schemas.openxmlformats.org/drawingml/2006/main" noGrp="1"/>
          </p:cNvSpPr>
          <p:nvPr/>
        </p:nvSpPr>
        <p:spPr>
          <a:xfrm xmlns:a="http://schemas.openxmlformats.org/drawingml/2006/main">
            <a:off x="8553450" y="181927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608B9F-0229-4A42-AE16-23732C0F44D2}"/>
              </a:ext>
            </a:extLst>
          </p:cNvPr>
          <p:cNvSpPr>
            <a:spLocks xmlns:a="http://schemas.openxmlformats.org/drawingml/2006/main" noGrp="1"/>
          </p:cNvSpPr>
          <p:nvPr/>
        </p:nvSpPr>
        <p:spPr>
          <a:xfrm xmlns:a="http://schemas.openxmlformats.org/drawingml/2006/main">
            <a:off x="8553450" y="18192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0D683C71-0E19-4411-A75D-F712E4E555E8}"/>
              </a:ext>
            </a:extLst>
          </p:cNvPr>
          <p:cNvSpPr>
            <a:spLocks xmlns:a="http://schemas.openxmlformats.org/drawingml/2006/main" noGrp="1"/>
          </p:cNvSpPr>
          <p:nvPr/>
        </p:nvSpPr>
        <p:spPr>
          <a:xfrm xmlns:a="http://schemas.openxmlformats.org/drawingml/2006/main">
            <a:off x="9067800" y="17811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My Tickets</a:t>
            </a:r>
          </a:p>
        </p:txBody>
      </p:sp>
      <p:sp>
        <p:nvSpPr>
          <p:cNvPr id="10" name="">
            <a:extLst xmlns:a="http://schemas.openxmlformats.org/drawingml/2006/main">
              <a:ext uri="{FF2B5EF4-FFF2-40B4-BE49-F238E27FC236}">
                <a16:creationId xmlns:a16="http://schemas.microsoft.com/office/drawing/2014/main" id="{81C538E2-47D8-47A3-A450-85AC3850FAA0}"/>
              </a:ext>
            </a:extLst>
          </p:cNvPr>
          <p:cNvSpPr>
            <a:spLocks xmlns:a="http://schemas.openxmlformats.org/drawingml/2006/main" noGrp="1"/>
          </p:cNvSpPr>
          <p:nvPr/>
        </p:nvSpPr>
        <p:spPr>
          <a:xfrm xmlns:a="http://schemas.openxmlformats.org/drawingml/2006/main">
            <a:off x="9067800" y="214312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Open requests you already submitted.</a:t>
            </a:r>
          </a:p>
        </p:txBody>
      </p:sp>
      <p:sp>
        <p:nvSpPr>
          <p:cNvPr id="11" name="">
            <a:extLst xmlns:a="http://schemas.openxmlformats.org/drawingml/2006/main">
              <a:ext uri="{FF2B5EF4-FFF2-40B4-BE49-F238E27FC236}">
                <a16:creationId xmlns:a16="http://schemas.microsoft.com/office/drawing/2014/main" id="{A52235DD-BEC5-4340-9C9C-320F3E7D13DC}"/>
              </a:ext>
            </a:extLst>
          </p:cNvPr>
          <p:cNvSpPr>
            <a:spLocks xmlns:a="http://schemas.openxmlformats.org/drawingml/2006/main" noGrp="1"/>
          </p:cNvSpPr>
          <p:nvPr/>
        </p:nvSpPr>
        <p:spPr>
          <a:xfrm xmlns:a="http://schemas.openxmlformats.org/drawingml/2006/main">
            <a:off x="8553450" y="297180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F4AC970-B80D-41E9-B47B-67269ED049DA}"/>
              </a:ext>
            </a:extLst>
          </p:cNvPr>
          <p:cNvSpPr>
            <a:spLocks xmlns:a="http://schemas.openxmlformats.org/drawingml/2006/main" noGrp="1"/>
          </p:cNvSpPr>
          <p:nvPr/>
        </p:nvSpPr>
        <p:spPr>
          <a:xfrm xmlns:a="http://schemas.openxmlformats.org/drawingml/2006/main">
            <a:off x="8553450" y="29718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8BA03F09-94A9-451D-B81E-7C544E3A2AC6}"/>
              </a:ext>
            </a:extLst>
          </p:cNvPr>
          <p:cNvSpPr>
            <a:spLocks xmlns:a="http://schemas.openxmlformats.org/drawingml/2006/main" noGrp="1"/>
          </p:cNvSpPr>
          <p:nvPr/>
        </p:nvSpPr>
        <p:spPr>
          <a:xfrm xmlns:a="http://schemas.openxmlformats.org/drawingml/2006/main">
            <a:off x="9067800" y="29337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Submit Ticket</a:t>
            </a:r>
          </a:p>
        </p:txBody>
      </p:sp>
      <p:sp>
        <p:nvSpPr>
          <p:cNvPr id="14" name="">
            <a:extLst xmlns:a="http://schemas.openxmlformats.org/drawingml/2006/main">
              <a:ext uri="{FF2B5EF4-FFF2-40B4-BE49-F238E27FC236}">
                <a16:creationId xmlns:a16="http://schemas.microsoft.com/office/drawing/2014/main" id="{2E294A34-78CA-4FEC-853E-70309AC4F472}"/>
              </a:ext>
            </a:extLst>
          </p:cNvPr>
          <p:cNvSpPr>
            <a:spLocks xmlns:a="http://schemas.openxmlformats.org/drawingml/2006/main" noGrp="1"/>
          </p:cNvSpPr>
          <p:nvPr/>
        </p:nvSpPr>
        <p:spPr>
          <a:xfrm xmlns:a="http://schemas.openxmlformats.org/drawingml/2006/main">
            <a:off x="9067800" y="329565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Start a standard ICT helpdesk request.</a:t>
            </a:r>
          </a:p>
        </p:txBody>
      </p:sp>
      <p:sp>
        <p:nvSpPr>
          <p:cNvPr id="15" name="">
            <a:extLst xmlns:a="http://schemas.openxmlformats.org/drawingml/2006/main">
              <a:ext uri="{FF2B5EF4-FFF2-40B4-BE49-F238E27FC236}">
                <a16:creationId xmlns:a16="http://schemas.microsoft.com/office/drawing/2014/main" id="{9BCC0CA6-C269-4C0F-80A7-B7F3CE6B079A}"/>
              </a:ext>
            </a:extLst>
          </p:cNvPr>
          <p:cNvSpPr>
            <a:spLocks xmlns:a="http://schemas.openxmlformats.org/drawingml/2006/main" noGrp="1"/>
          </p:cNvSpPr>
          <p:nvPr/>
        </p:nvSpPr>
        <p:spPr>
          <a:xfrm xmlns:a="http://schemas.openxmlformats.org/drawingml/2006/main">
            <a:off x="8553450" y="41243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2F661C-1112-4CF2-8D83-C17B4939765B}"/>
              </a:ext>
            </a:extLst>
          </p:cNvPr>
          <p:cNvSpPr>
            <a:spLocks xmlns:a="http://schemas.openxmlformats.org/drawingml/2006/main" noGrp="1"/>
          </p:cNvSpPr>
          <p:nvPr/>
        </p:nvSpPr>
        <p:spPr>
          <a:xfrm xmlns:a="http://schemas.openxmlformats.org/drawingml/2006/main">
            <a:off x="8553450" y="4124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73301A3E-76E0-47C2-BF8C-C70AC8DB24E9}"/>
              </a:ext>
            </a:extLst>
          </p:cNvPr>
          <p:cNvSpPr>
            <a:spLocks xmlns:a="http://schemas.openxmlformats.org/drawingml/2006/main" noGrp="1"/>
          </p:cNvSpPr>
          <p:nvPr/>
        </p:nvSpPr>
        <p:spPr>
          <a:xfrm xmlns:a="http://schemas.openxmlformats.org/drawingml/2006/main">
            <a:off x="9067800" y="40862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Burnout Request</a:t>
            </a:r>
          </a:p>
        </p:txBody>
      </p:sp>
      <p:sp>
        <p:nvSpPr>
          <p:cNvPr id="18" name="">
            <a:extLst xmlns:a="http://schemas.openxmlformats.org/drawingml/2006/main">
              <a:ext uri="{FF2B5EF4-FFF2-40B4-BE49-F238E27FC236}">
                <a16:creationId xmlns:a16="http://schemas.microsoft.com/office/drawing/2014/main" id="{8365460E-984A-4FA5-94C7-B8CBD6AFA747}"/>
              </a:ext>
            </a:extLst>
          </p:cNvPr>
          <p:cNvSpPr>
            <a:spLocks xmlns:a="http://schemas.openxmlformats.org/drawingml/2006/main" noGrp="1"/>
          </p:cNvSpPr>
          <p:nvPr/>
        </p:nvSpPr>
        <p:spPr>
          <a:xfrm xmlns:a="http://schemas.openxmlformats.org/drawingml/2006/main">
            <a:off x="9067800" y="44481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Separate path shown for Admin department.</a:t>
            </a:r>
          </a:p>
        </p:txBody>
      </p:sp>
    </p:spTree>
    <p:extLst>
      <p:ext uri="{BB962C8B-B14F-4D97-AF65-F5344CB8AC3E}">
        <p14:creationId xmlns:p14="http://schemas.microsoft.com/office/powerpoint/2010/main" val="146752196"/>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AA3A77A-FC5B-4EE4-A527-B3AC8DEA9C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802593-DDC7-421F-ACF6-B2C003E709AC}"/>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Submit Ticket: form layout</a:t>
            </a:r>
          </a:p>
        </p:txBody>
      </p:sp>
      <p:sp>
        <p:nvSpPr>
          <p:cNvPr id="3" name="">
            <a:extLst xmlns:a="http://schemas.openxmlformats.org/drawingml/2006/main">
              <a:ext uri="{FF2B5EF4-FFF2-40B4-BE49-F238E27FC236}">
                <a16:creationId xmlns:a16="http://schemas.microsoft.com/office/drawing/2014/main" id="{DCD23446-627C-4B4C-A185-8E274D1569D5}"/>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A7A37E-FDA0-49EA-BCEC-2969196E22C7}"/>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7A1908B5-32B7-4B6D-A442-478DB4080B3F}"/>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07</a:t>
            </a:r>
          </a:p>
        </p:txBody>
      </p:sp>
      <p:pic>
        <p:nvPicPr>
          <p:cNvPr id="6" name="">
            <a:extLst xmlns:a="http://schemas.openxmlformats.org/drawingml/2006/main">
              <a:ext uri="{FF2B5EF4-FFF2-40B4-BE49-F238E27FC236}">
                <a16:creationId xmlns:a16="http://schemas.microsoft.com/office/drawing/2014/main" id="{8AEF7676-98B3-407C-9B0B-CB66CB2FFFB6}"/>
              </a:ext>
            </a:extLst>
          </p:cNvPr>
          <p:cNvPicPr>
            <a:picLocks xmlns:a="http://schemas.openxmlformats.org/drawingml/2006/main" noChangeAspect="1"/>
          </p:cNvPicPr>
          <p:nvPr/>
        </p:nvPicPr>
        <p:blipFill>
          <a:blip xmlns:r="http://schemas.openxmlformats.org/officeDocument/2006/relationships" xmlns:a="http://schemas.openxmlformats.org/drawingml/2006/main" r:embed="R3298386e0c094015"/>
          <a:stretch xmlns:a="http://schemas.openxmlformats.org/drawingml/2006/main"/>
        </p:blipFill>
        <p:spPr>
          <a:xfrm xmlns:a="http://schemas.openxmlformats.org/drawingml/2006/main">
            <a:off x="666750" y="1381125"/>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E49828D-D8DE-4B9D-9718-C94C5C6C9222}"/>
              </a:ext>
            </a:extLst>
          </p:cNvPr>
          <p:cNvSpPr>
            <a:spLocks xmlns:a="http://schemas.openxmlformats.org/drawingml/2006/main" noGrp="1"/>
          </p:cNvSpPr>
          <p:nvPr/>
        </p:nvSpPr>
        <p:spPr>
          <a:xfrm xmlns:a="http://schemas.openxmlformats.org/drawingml/2006/main">
            <a:off x="8572500" y="16573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REQUIRED REQUEST DETAILS</a:t>
            </a:r>
          </a:p>
        </p:txBody>
      </p:sp>
      <p:sp>
        <p:nvSpPr>
          <p:cNvPr id="8" name="">
            <a:extLst xmlns:a="http://schemas.openxmlformats.org/drawingml/2006/main">
              <a:ext uri="{FF2B5EF4-FFF2-40B4-BE49-F238E27FC236}">
                <a16:creationId xmlns:a16="http://schemas.microsoft.com/office/drawing/2014/main" id="{9B2A0CBA-A231-4133-85F0-54A8D8E2BCEC}"/>
              </a:ext>
            </a:extLst>
          </p:cNvPr>
          <p:cNvSpPr>
            <a:spLocks xmlns:a="http://schemas.openxmlformats.org/drawingml/2006/main" noGrp="1"/>
          </p:cNvSpPr>
          <p:nvPr/>
        </p:nvSpPr>
        <p:spPr>
          <a:xfrm xmlns:a="http://schemas.openxmlformats.org/drawingml/2006/main">
            <a:off x="8667750" y="214312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AC99F9-EEF0-4F4B-919A-563BE622F0F7}"/>
              </a:ext>
            </a:extLst>
          </p:cNvPr>
          <p:cNvSpPr>
            <a:spLocks xmlns:a="http://schemas.openxmlformats.org/drawingml/2006/main" noGrp="1"/>
          </p:cNvSpPr>
          <p:nvPr/>
        </p:nvSpPr>
        <p:spPr>
          <a:xfrm xmlns:a="http://schemas.openxmlformats.org/drawingml/2006/main">
            <a:off x="8877300" y="2028825"/>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Branch / Location</a:t>
            </a:r>
          </a:p>
        </p:txBody>
      </p:sp>
      <p:sp>
        <p:nvSpPr>
          <p:cNvPr id="10" name="">
            <a:extLst xmlns:a="http://schemas.openxmlformats.org/drawingml/2006/main">
              <a:ext uri="{FF2B5EF4-FFF2-40B4-BE49-F238E27FC236}">
                <a16:creationId xmlns:a16="http://schemas.microsoft.com/office/drawing/2014/main" id="{0AA3C286-4CCC-4B55-9B03-6336E9DF6AB2}"/>
              </a:ext>
            </a:extLst>
          </p:cNvPr>
          <p:cNvSpPr>
            <a:spLocks xmlns:a="http://schemas.openxmlformats.org/drawingml/2006/main" noGrp="1"/>
          </p:cNvSpPr>
          <p:nvPr/>
        </p:nvSpPr>
        <p:spPr>
          <a:xfrm xmlns:a="http://schemas.openxmlformats.org/drawingml/2006/main">
            <a:off x="8667750" y="266700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D02083-27D5-43DA-A655-29616E48C843}"/>
              </a:ext>
            </a:extLst>
          </p:cNvPr>
          <p:cNvSpPr>
            <a:spLocks xmlns:a="http://schemas.openxmlformats.org/drawingml/2006/main" noGrp="1"/>
          </p:cNvSpPr>
          <p:nvPr/>
        </p:nvSpPr>
        <p:spPr>
          <a:xfrm xmlns:a="http://schemas.openxmlformats.org/drawingml/2006/main">
            <a:off x="8877300" y="25527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Department</a:t>
            </a:r>
          </a:p>
        </p:txBody>
      </p:sp>
      <p:sp>
        <p:nvSpPr>
          <p:cNvPr id="12" name="">
            <a:extLst xmlns:a="http://schemas.openxmlformats.org/drawingml/2006/main">
              <a:ext uri="{FF2B5EF4-FFF2-40B4-BE49-F238E27FC236}">
                <a16:creationId xmlns:a16="http://schemas.microsoft.com/office/drawing/2014/main" id="{E16C4DEB-2437-40F6-9B88-BF1A175ABA63}"/>
              </a:ext>
            </a:extLst>
          </p:cNvPr>
          <p:cNvSpPr>
            <a:spLocks xmlns:a="http://schemas.openxmlformats.org/drawingml/2006/main" noGrp="1"/>
          </p:cNvSpPr>
          <p:nvPr/>
        </p:nvSpPr>
        <p:spPr>
          <a:xfrm xmlns:a="http://schemas.openxmlformats.org/drawingml/2006/main">
            <a:off x="8667750" y="31908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7BE8F0-BACD-4255-87B3-002163D271F2}"/>
              </a:ext>
            </a:extLst>
          </p:cNvPr>
          <p:cNvSpPr>
            <a:spLocks xmlns:a="http://schemas.openxmlformats.org/drawingml/2006/main" noGrp="1"/>
          </p:cNvSpPr>
          <p:nvPr/>
        </p:nvSpPr>
        <p:spPr>
          <a:xfrm xmlns:a="http://schemas.openxmlformats.org/drawingml/2006/main">
            <a:off x="8877300" y="3076575"/>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Device or System</a:t>
            </a:r>
          </a:p>
        </p:txBody>
      </p:sp>
      <p:sp>
        <p:nvSpPr>
          <p:cNvPr id="14" name="">
            <a:extLst xmlns:a="http://schemas.openxmlformats.org/drawingml/2006/main">
              <a:ext uri="{FF2B5EF4-FFF2-40B4-BE49-F238E27FC236}">
                <a16:creationId xmlns:a16="http://schemas.microsoft.com/office/drawing/2014/main" id="{EFA55E59-7676-4D85-8E9B-123E69D8FF15}"/>
              </a:ext>
            </a:extLst>
          </p:cNvPr>
          <p:cNvSpPr>
            <a:spLocks xmlns:a="http://schemas.openxmlformats.org/drawingml/2006/main" noGrp="1"/>
          </p:cNvSpPr>
          <p:nvPr/>
        </p:nvSpPr>
        <p:spPr>
          <a:xfrm xmlns:a="http://schemas.openxmlformats.org/drawingml/2006/main">
            <a:off x="8667750" y="371475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D61D37A-F778-474B-8CD8-E01749323FEB}"/>
              </a:ext>
            </a:extLst>
          </p:cNvPr>
          <p:cNvSpPr>
            <a:spLocks xmlns:a="http://schemas.openxmlformats.org/drawingml/2006/main" noGrp="1"/>
          </p:cNvSpPr>
          <p:nvPr/>
        </p:nvSpPr>
        <p:spPr>
          <a:xfrm xmlns:a="http://schemas.openxmlformats.org/drawingml/2006/main">
            <a:off x="8877300" y="360045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Contact Number / Local</a:t>
            </a:r>
          </a:p>
        </p:txBody>
      </p:sp>
      <p:sp>
        <p:nvSpPr>
          <p:cNvPr id="16" name="">
            <a:extLst xmlns:a="http://schemas.openxmlformats.org/drawingml/2006/main">
              <a:ext uri="{FF2B5EF4-FFF2-40B4-BE49-F238E27FC236}">
                <a16:creationId xmlns:a16="http://schemas.microsoft.com/office/drawing/2014/main" id="{8889A5F3-416D-454B-B1FC-98D4E8B317C3}"/>
              </a:ext>
            </a:extLst>
          </p:cNvPr>
          <p:cNvSpPr>
            <a:spLocks xmlns:a="http://schemas.openxmlformats.org/drawingml/2006/main" noGrp="1"/>
          </p:cNvSpPr>
          <p:nvPr/>
        </p:nvSpPr>
        <p:spPr>
          <a:xfrm xmlns:a="http://schemas.openxmlformats.org/drawingml/2006/main">
            <a:off x="8667750" y="4238625"/>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C77756-D0DE-44E8-85C5-94A4C85FA34A}"/>
              </a:ext>
            </a:extLst>
          </p:cNvPr>
          <p:cNvSpPr>
            <a:spLocks xmlns:a="http://schemas.openxmlformats.org/drawingml/2006/main" noGrp="1"/>
          </p:cNvSpPr>
          <p:nvPr/>
        </p:nvSpPr>
        <p:spPr>
          <a:xfrm xmlns:a="http://schemas.openxmlformats.org/drawingml/2006/main">
            <a:off x="8877300" y="4124325"/>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12E43"/>
                </a:solidFill>
              </a:defRPr>
            </a:defPPr>
            <a:lvl1pPr algn="l">
              <a:defRPr sz="1350" b="1">
                <a:solidFill>
                  <a:srgbClr val="112E43"/>
                </a:solidFill>
              </a:defRPr>
            </a:lvl1pPr>
            <a:lvl2pPr algn="l">
              <a:defRPr sz="1350" b="1">
                <a:solidFill>
                  <a:srgbClr val="112E43"/>
                </a:solidFill>
              </a:defRPr>
            </a:lvl2pPr>
            <a:lvl3pPr algn="l">
              <a:defRPr sz="1350" b="1">
                <a:solidFill>
                  <a:srgbClr val="112E43"/>
                </a:solidFill>
              </a:defRPr>
            </a:lvl3pPr>
            <a:lvl4pPr algn="l">
              <a:defRPr sz="1350" b="1">
                <a:solidFill>
                  <a:srgbClr val="112E43"/>
                </a:solidFill>
              </a:defRPr>
            </a:lvl4pPr>
            <a:lvl5pPr algn="l">
              <a:defRPr sz="1350" b="1">
                <a:solidFill>
                  <a:srgbClr val="112E43"/>
                </a:solidFill>
              </a:defRPr>
            </a:lvl5pPr>
            <a:lvl6pPr algn="l">
              <a:defRPr sz="1350" b="1">
                <a:solidFill>
                  <a:srgbClr val="112E43"/>
                </a:solidFill>
              </a:defRPr>
            </a:lvl6pPr>
            <a:lvl7pPr algn="l">
              <a:defRPr sz="1350" b="1">
                <a:solidFill>
                  <a:srgbClr val="112E43"/>
                </a:solidFill>
              </a:defRPr>
            </a:lvl7pPr>
            <a:lvl8pPr algn="l">
              <a:defRPr sz="1350" b="1">
                <a:solidFill>
                  <a:srgbClr val="112E43"/>
                </a:solidFill>
              </a:defRPr>
            </a:lvl8pPr>
            <a:lvl9pPr algn="l">
              <a:defRPr sz="1350" b="1">
                <a:solidFill>
                  <a:srgbClr val="112E43"/>
                </a:solidFill>
              </a:defRPr>
            </a:lvl9pPr>
          </a:lstStyle>
          <a:p xmlns:a="http://schemas.openxmlformats.org/drawingml/2006/main">
            <a:pPr algn="l">
              <a:lnSpc>
                <a:spcPct val="106000"/>
              </a:lnSpc>
              <a:buNone/>
              <a:defRPr sz="1350" b="1">
                <a:solidFill>
                  <a:srgbClr val="112E43"/>
                </a:solidFill>
              </a:defRPr>
            </a:pPr>
            <a:r>
              <a:rPr sz="1350" b="1">
                <a:solidFill>
                  <a:srgbClr val="112E43"/>
                </a:solidFill>
              </a:rPr>
              <a:t>Support Category</a:t>
            </a:r>
          </a:p>
        </p:txBody>
      </p:sp>
      <p:sp>
        <p:nvSpPr>
          <p:cNvPr id="18" name="">
            <a:extLst xmlns:a="http://schemas.openxmlformats.org/drawingml/2006/main">
              <a:ext uri="{FF2B5EF4-FFF2-40B4-BE49-F238E27FC236}">
                <a16:creationId xmlns:a16="http://schemas.microsoft.com/office/drawing/2014/main" id="{CA660F34-7C12-43ED-91E3-35AF5FA54CAE}"/>
              </a:ext>
            </a:extLst>
          </p:cNvPr>
          <p:cNvSpPr>
            <a:spLocks xmlns:a="http://schemas.openxmlformats.org/drawingml/2006/main" noGrp="1"/>
          </p:cNvSpPr>
          <p:nvPr/>
        </p:nvSpPr>
        <p:spPr>
          <a:xfrm xmlns:a="http://schemas.openxmlformats.org/drawingml/2006/main">
            <a:off x="8667750" y="4762500"/>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BEFCF98-64EC-4B11-8A89-AECFFC9FC5D4}"/>
              </a:ext>
            </a:extLst>
          </p:cNvPr>
          <p:cNvSpPr>
            <a:spLocks xmlns:a="http://schemas.openxmlformats.org/drawingml/2006/main" noGrp="1"/>
          </p:cNvSpPr>
          <p:nvPr/>
        </p:nvSpPr>
        <p:spPr>
          <a:xfrm xmlns:a="http://schemas.openxmlformats.org/drawingml/2006/main">
            <a:off x="8877300" y="46482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12E43"/>
                </a:solidFill>
              </a:defRPr>
            </a:defPPr>
            <a:lvl1pPr algn="l">
              <a:defRPr sz="1350" b="1">
                <a:solidFill>
                  <a:srgbClr val="112E43"/>
                </a:solidFill>
              </a:defRPr>
            </a:lvl1pPr>
            <a:lvl2pPr algn="l">
              <a:defRPr sz="1350" b="1">
                <a:solidFill>
                  <a:srgbClr val="112E43"/>
                </a:solidFill>
              </a:defRPr>
            </a:lvl2pPr>
            <a:lvl3pPr algn="l">
              <a:defRPr sz="1350" b="1">
                <a:solidFill>
                  <a:srgbClr val="112E43"/>
                </a:solidFill>
              </a:defRPr>
            </a:lvl3pPr>
            <a:lvl4pPr algn="l">
              <a:defRPr sz="1350" b="1">
                <a:solidFill>
                  <a:srgbClr val="112E43"/>
                </a:solidFill>
              </a:defRPr>
            </a:lvl4pPr>
            <a:lvl5pPr algn="l">
              <a:defRPr sz="1350" b="1">
                <a:solidFill>
                  <a:srgbClr val="112E43"/>
                </a:solidFill>
              </a:defRPr>
            </a:lvl5pPr>
            <a:lvl6pPr algn="l">
              <a:defRPr sz="1350" b="1">
                <a:solidFill>
                  <a:srgbClr val="112E43"/>
                </a:solidFill>
              </a:defRPr>
            </a:lvl6pPr>
            <a:lvl7pPr algn="l">
              <a:defRPr sz="1350" b="1">
                <a:solidFill>
                  <a:srgbClr val="112E43"/>
                </a:solidFill>
              </a:defRPr>
            </a:lvl7pPr>
            <a:lvl8pPr algn="l">
              <a:defRPr sz="1350" b="1">
                <a:solidFill>
                  <a:srgbClr val="112E43"/>
                </a:solidFill>
              </a:defRPr>
            </a:lvl8pPr>
            <a:lvl9pPr algn="l">
              <a:defRPr sz="1350" b="1">
                <a:solidFill>
                  <a:srgbClr val="112E43"/>
                </a:solidFill>
              </a:defRPr>
            </a:lvl9pPr>
          </a:lstStyle>
          <a:p xmlns:a="http://schemas.openxmlformats.org/drawingml/2006/main">
            <a:pPr algn="l">
              <a:lnSpc>
                <a:spcPct val="106000"/>
              </a:lnSpc>
              <a:buNone/>
              <a:defRPr sz="1350" b="1">
                <a:solidFill>
                  <a:srgbClr val="112E43"/>
                </a:solidFill>
              </a:defRPr>
            </a:pPr>
            <a:r>
              <a:rPr sz="1350" b="1">
                <a:solidFill>
                  <a:srgbClr val="112E43"/>
                </a:solidFill>
              </a:rPr>
              <a:t>Concern Type</a:t>
            </a:r>
          </a:p>
        </p:txBody>
      </p:sp>
    </p:spTree>
    <p:extLst>
      <p:ext uri="{BB962C8B-B14F-4D97-AF65-F5344CB8AC3E}">
        <p14:creationId xmlns:p14="http://schemas.microsoft.com/office/powerpoint/2010/main" val="1637709454"/>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AC07A4B-DCAA-4A1C-92A9-886965330C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D06AF2-9CC6-4558-BC16-7C848AF8A03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Choose the device, category, and concern</a:t>
            </a:r>
          </a:p>
        </p:txBody>
      </p:sp>
      <p:sp>
        <p:nvSpPr>
          <p:cNvPr id="3" name="">
            <a:extLst xmlns:a="http://schemas.openxmlformats.org/drawingml/2006/main">
              <a:ext uri="{FF2B5EF4-FFF2-40B4-BE49-F238E27FC236}">
                <a16:creationId xmlns:a16="http://schemas.microsoft.com/office/drawing/2014/main" id="{BCF2AD17-9FA2-4E23-87EF-13096061AE80}"/>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C7A080-D57C-4B26-9864-2F9F985DC065}"/>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798ED5A7-CA03-4B0C-A865-2CFDF6D9B03C}"/>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08</a:t>
            </a:r>
          </a:p>
        </p:txBody>
      </p:sp>
      <p:pic>
        <p:nvPicPr>
          <p:cNvPr id="6" name="">
            <a:extLst xmlns:a="http://schemas.openxmlformats.org/drawingml/2006/main">
              <a:ext uri="{FF2B5EF4-FFF2-40B4-BE49-F238E27FC236}">
                <a16:creationId xmlns:a16="http://schemas.microsoft.com/office/drawing/2014/main" id="{2A72557E-EA3A-48B8-93C8-33E62743CFAD}"/>
              </a:ext>
            </a:extLst>
          </p:cNvPr>
          <p:cNvPicPr>
            <a:picLocks xmlns:a="http://schemas.openxmlformats.org/drawingml/2006/main" noChangeAspect="1"/>
          </p:cNvPicPr>
          <p:nvPr/>
        </p:nvPicPr>
        <p:blipFill>
          <a:blip xmlns:r="http://schemas.openxmlformats.org/officeDocument/2006/relationships" xmlns:a="http://schemas.openxmlformats.org/drawingml/2006/main" r:embed="R9a1041f3c32e4d77"/>
          <a:stretch xmlns:a="http://schemas.openxmlformats.org/drawingml/2006/main"/>
        </p:blipFill>
        <p:spPr>
          <a:xfrm xmlns:a="http://schemas.openxmlformats.org/drawingml/2006/main">
            <a:off x="666750" y="1382018"/>
            <a:ext cx="7667625" cy="431303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785F57-B92D-40DF-B419-A3DF349AC22E}"/>
              </a:ext>
            </a:extLst>
          </p:cNvPr>
          <p:cNvSpPr>
            <a:spLocks xmlns:a="http://schemas.openxmlformats.org/drawingml/2006/main" noGrp="1"/>
          </p:cNvSpPr>
          <p:nvPr/>
        </p:nvSpPr>
        <p:spPr>
          <a:xfrm xmlns:a="http://schemas.openxmlformats.org/drawingml/2006/main">
            <a:off x="5191125" y="3343275"/>
            <a:ext cx="1181100" cy="228600"/>
          </a:xfrm>
          <a:prstGeom xmlns:a="http://schemas.openxmlformats.org/drawingml/2006/main" prst="rect">
            <a:avLst/>
          </a:prstGeom>
          <a:solidFill xmlns:a="http://schemas.openxmlformats.org/drawingml/2006/main">
            <a:srgbClr val="FFFFFF"/>
          </a:solidFill>
          <a:ln xmlns:a="http://schemas.openxmlformats.org/drawingml/2006/main" w="5715">
            <a:solidFill>
              <a:srgbClr val="DCE5EA"/>
            </a:solidFill>
            <a:prstDash val="solid"/>
          </a:ln>
        </p:spPr>
      </p:sp>
      <p:sp>
        <p:nvSpPr>
          <p:cNvPr id="8" name="">
            <a:extLst xmlns:a="http://schemas.openxmlformats.org/drawingml/2006/main">
              <a:ext uri="{FF2B5EF4-FFF2-40B4-BE49-F238E27FC236}">
                <a16:creationId xmlns:a16="http://schemas.microsoft.com/office/drawing/2014/main" id="{B50F9B0D-9751-4DD6-ADDC-03E942FF1AE9}"/>
              </a:ext>
            </a:extLst>
          </p:cNvPr>
          <p:cNvSpPr>
            <a:spLocks xmlns:a="http://schemas.openxmlformats.org/drawingml/2006/main" noGrp="1"/>
          </p:cNvSpPr>
          <p:nvPr/>
        </p:nvSpPr>
        <p:spPr>
          <a:xfrm xmlns:a="http://schemas.openxmlformats.org/drawingml/2006/main">
            <a:off x="5238750" y="3343275"/>
            <a:ext cx="1085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536B79"/>
                </a:solidFill>
              </a:defRPr>
            </a:defPPr>
            <a:lvl1pPr algn="l">
              <a:defRPr sz="750" b="0">
                <a:solidFill>
                  <a:srgbClr val="536B79"/>
                </a:solidFill>
              </a:defRPr>
            </a:lvl1pPr>
            <a:lvl2pPr algn="l">
              <a:defRPr sz="750" b="0">
                <a:solidFill>
                  <a:srgbClr val="536B79"/>
                </a:solidFill>
              </a:defRPr>
            </a:lvl2pPr>
            <a:lvl3pPr algn="l">
              <a:defRPr sz="750" b="0">
                <a:solidFill>
                  <a:srgbClr val="536B79"/>
                </a:solidFill>
              </a:defRPr>
            </a:lvl3pPr>
            <a:lvl4pPr algn="l">
              <a:defRPr sz="750" b="0">
                <a:solidFill>
                  <a:srgbClr val="536B79"/>
                </a:solidFill>
              </a:defRPr>
            </a:lvl4pPr>
            <a:lvl5pPr algn="l">
              <a:defRPr sz="750" b="0">
                <a:solidFill>
                  <a:srgbClr val="536B79"/>
                </a:solidFill>
              </a:defRPr>
            </a:lvl5pPr>
            <a:lvl6pPr algn="l">
              <a:defRPr sz="750" b="0">
                <a:solidFill>
                  <a:srgbClr val="536B79"/>
                </a:solidFill>
              </a:defRPr>
            </a:lvl6pPr>
            <a:lvl7pPr algn="l">
              <a:defRPr sz="750" b="0">
                <a:solidFill>
                  <a:srgbClr val="536B79"/>
                </a:solidFill>
              </a:defRPr>
            </a:lvl7pPr>
            <a:lvl8pPr algn="l">
              <a:defRPr sz="750" b="0">
                <a:solidFill>
                  <a:srgbClr val="536B79"/>
                </a:solidFill>
              </a:defRPr>
            </a:lvl8pPr>
            <a:lvl9pPr algn="l">
              <a:defRPr sz="750" b="0">
                <a:solidFill>
                  <a:srgbClr val="536B79"/>
                </a:solidFill>
              </a:defRPr>
            </a:lvl9pPr>
          </a:lstStyle>
          <a:p xmlns:a="http://schemas.openxmlformats.org/drawingml/2006/main">
            <a:pPr algn="l">
              <a:lnSpc>
                <a:spcPct val="106000"/>
              </a:lnSpc>
              <a:buNone/>
              <a:defRPr sz="750" b="0">
                <a:solidFill>
                  <a:srgbClr val="536B79"/>
                </a:solidFill>
              </a:defRPr>
            </a:pPr>
            <a:r>
              <a:rPr sz="750" b="0">
                <a:solidFill>
                  <a:srgbClr val="536B79"/>
                </a:solidFill>
              </a:rPr>
              <a:t>[Demo contact]</a:t>
            </a:r>
          </a:p>
        </p:txBody>
      </p:sp>
      <p:sp>
        <p:nvSpPr>
          <p:cNvPr id="9" name="">
            <a:extLst xmlns:a="http://schemas.openxmlformats.org/drawingml/2006/main">
              <a:ext uri="{FF2B5EF4-FFF2-40B4-BE49-F238E27FC236}">
                <a16:creationId xmlns:a16="http://schemas.microsoft.com/office/drawing/2014/main" id="{611078A7-0E80-4BA9-82A8-817624D4CD64}"/>
              </a:ext>
            </a:extLst>
          </p:cNvPr>
          <p:cNvSpPr>
            <a:spLocks xmlns:a="http://schemas.openxmlformats.org/drawingml/2006/main" noGrp="1"/>
          </p:cNvSpPr>
          <p:nvPr/>
        </p:nvSpPr>
        <p:spPr>
          <a:xfrm xmlns:a="http://schemas.openxmlformats.org/drawingml/2006/main">
            <a:off x="8639175" y="17240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5CFCC7-8C21-447D-AFF5-01EE214F51F0}"/>
              </a:ext>
            </a:extLst>
          </p:cNvPr>
          <p:cNvSpPr>
            <a:spLocks xmlns:a="http://schemas.openxmlformats.org/drawingml/2006/main" noGrp="1"/>
          </p:cNvSpPr>
          <p:nvPr/>
        </p:nvSpPr>
        <p:spPr>
          <a:xfrm xmlns:a="http://schemas.openxmlformats.org/drawingml/2006/main">
            <a:off x="8639175" y="17240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11" name="">
            <a:extLst xmlns:a="http://schemas.openxmlformats.org/drawingml/2006/main">
              <a:ext uri="{FF2B5EF4-FFF2-40B4-BE49-F238E27FC236}">
                <a16:creationId xmlns:a16="http://schemas.microsoft.com/office/drawing/2014/main" id="{AC6A6565-3F36-44ED-8E7A-9BEFFD660687}"/>
              </a:ext>
            </a:extLst>
          </p:cNvPr>
          <p:cNvSpPr>
            <a:spLocks xmlns:a="http://schemas.openxmlformats.org/drawingml/2006/main" noGrp="1"/>
          </p:cNvSpPr>
          <p:nvPr/>
        </p:nvSpPr>
        <p:spPr>
          <a:xfrm xmlns:a="http://schemas.openxmlformats.org/drawingml/2006/main">
            <a:off x="9153525" y="16859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Select the affected system</a:t>
            </a:r>
          </a:p>
        </p:txBody>
      </p:sp>
      <p:sp>
        <p:nvSpPr>
          <p:cNvPr id="12" name="">
            <a:extLst xmlns:a="http://schemas.openxmlformats.org/drawingml/2006/main">
              <a:ext uri="{FF2B5EF4-FFF2-40B4-BE49-F238E27FC236}">
                <a16:creationId xmlns:a16="http://schemas.microsoft.com/office/drawing/2014/main" id="{6AA5CEF1-D5A6-4E9D-AB7A-2912F267CEE7}"/>
              </a:ext>
            </a:extLst>
          </p:cNvPr>
          <p:cNvSpPr>
            <a:spLocks xmlns:a="http://schemas.openxmlformats.org/drawingml/2006/main" noGrp="1"/>
          </p:cNvSpPr>
          <p:nvPr/>
        </p:nvSpPr>
        <p:spPr>
          <a:xfrm xmlns:a="http://schemas.openxmlformats.org/drawingml/2006/main">
            <a:off x="9153525" y="204787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Example: MBWin / Sky360.</a:t>
            </a:r>
          </a:p>
        </p:txBody>
      </p:sp>
      <p:sp>
        <p:nvSpPr>
          <p:cNvPr id="13" name="">
            <a:extLst xmlns:a="http://schemas.openxmlformats.org/drawingml/2006/main">
              <a:ext uri="{FF2B5EF4-FFF2-40B4-BE49-F238E27FC236}">
                <a16:creationId xmlns:a16="http://schemas.microsoft.com/office/drawing/2014/main" id="{0009AE02-57C9-4CA3-9CE1-7230292B6D24}"/>
              </a:ext>
            </a:extLst>
          </p:cNvPr>
          <p:cNvSpPr>
            <a:spLocks xmlns:a="http://schemas.openxmlformats.org/drawingml/2006/main" noGrp="1"/>
          </p:cNvSpPr>
          <p:nvPr/>
        </p:nvSpPr>
        <p:spPr>
          <a:xfrm xmlns:a="http://schemas.openxmlformats.org/drawingml/2006/main">
            <a:off x="8639175" y="28670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07F0A9-38EA-4823-85EB-CC1A1A7342E1}"/>
              </a:ext>
            </a:extLst>
          </p:cNvPr>
          <p:cNvSpPr>
            <a:spLocks xmlns:a="http://schemas.openxmlformats.org/drawingml/2006/main" noGrp="1"/>
          </p:cNvSpPr>
          <p:nvPr/>
        </p:nvSpPr>
        <p:spPr>
          <a:xfrm xmlns:a="http://schemas.openxmlformats.org/drawingml/2006/main">
            <a:off x="8639175" y="28670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5" name="">
            <a:extLst xmlns:a="http://schemas.openxmlformats.org/drawingml/2006/main">
              <a:ext uri="{FF2B5EF4-FFF2-40B4-BE49-F238E27FC236}">
                <a16:creationId xmlns:a16="http://schemas.microsoft.com/office/drawing/2014/main" id="{FB5A65F5-419A-4657-9ACF-29F332EC39A5}"/>
              </a:ext>
            </a:extLst>
          </p:cNvPr>
          <p:cNvSpPr>
            <a:spLocks xmlns:a="http://schemas.openxmlformats.org/drawingml/2006/main" noGrp="1"/>
          </p:cNvSpPr>
          <p:nvPr/>
        </p:nvSpPr>
        <p:spPr>
          <a:xfrm xmlns:a="http://schemas.openxmlformats.org/drawingml/2006/main">
            <a:off x="9153525" y="28289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Choose a matching category</a:t>
            </a:r>
          </a:p>
        </p:txBody>
      </p:sp>
      <p:sp>
        <p:nvSpPr>
          <p:cNvPr id="16" name="">
            <a:extLst xmlns:a="http://schemas.openxmlformats.org/drawingml/2006/main">
              <a:ext uri="{FF2B5EF4-FFF2-40B4-BE49-F238E27FC236}">
                <a16:creationId xmlns:a16="http://schemas.microsoft.com/office/drawing/2014/main" id="{C0B4E1C5-3190-4136-A77D-D3217D6E2BE9}"/>
              </a:ext>
            </a:extLst>
          </p:cNvPr>
          <p:cNvSpPr>
            <a:spLocks xmlns:a="http://schemas.openxmlformats.org/drawingml/2006/main" noGrp="1"/>
          </p:cNvSpPr>
          <p:nvPr/>
        </p:nvSpPr>
        <p:spPr>
          <a:xfrm xmlns:a="http://schemas.openxmlformats.org/drawingml/2006/main">
            <a:off x="9153525" y="319087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Example: Account / Access Support.</a:t>
            </a:r>
          </a:p>
        </p:txBody>
      </p:sp>
      <p:sp>
        <p:nvSpPr>
          <p:cNvPr id="17" name="">
            <a:extLst xmlns:a="http://schemas.openxmlformats.org/drawingml/2006/main">
              <a:ext uri="{FF2B5EF4-FFF2-40B4-BE49-F238E27FC236}">
                <a16:creationId xmlns:a16="http://schemas.microsoft.com/office/drawing/2014/main" id="{85F5057A-E8CA-4A69-9397-7AB162975738}"/>
              </a:ext>
            </a:extLst>
          </p:cNvPr>
          <p:cNvSpPr>
            <a:spLocks xmlns:a="http://schemas.openxmlformats.org/drawingml/2006/main" noGrp="1"/>
          </p:cNvSpPr>
          <p:nvPr/>
        </p:nvSpPr>
        <p:spPr>
          <a:xfrm xmlns:a="http://schemas.openxmlformats.org/drawingml/2006/main">
            <a:off x="8639175" y="40100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9ED5A68-9C1D-4847-BD62-997E0415B6DF}"/>
              </a:ext>
            </a:extLst>
          </p:cNvPr>
          <p:cNvSpPr>
            <a:spLocks xmlns:a="http://schemas.openxmlformats.org/drawingml/2006/main" noGrp="1"/>
          </p:cNvSpPr>
          <p:nvPr/>
        </p:nvSpPr>
        <p:spPr>
          <a:xfrm xmlns:a="http://schemas.openxmlformats.org/drawingml/2006/main">
            <a:off x="8639175" y="40100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9" name="">
            <a:extLst xmlns:a="http://schemas.openxmlformats.org/drawingml/2006/main">
              <a:ext uri="{FF2B5EF4-FFF2-40B4-BE49-F238E27FC236}">
                <a16:creationId xmlns:a16="http://schemas.microsoft.com/office/drawing/2014/main" id="{FEBC7B78-2D20-4C9E-B5BE-6D41A39873CB}"/>
              </a:ext>
            </a:extLst>
          </p:cNvPr>
          <p:cNvSpPr>
            <a:spLocks xmlns:a="http://schemas.openxmlformats.org/drawingml/2006/main" noGrp="1"/>
          </p:cNvSpPr>
          <p:nvPr/>
        </p:nvSpPr>
        <p:spPr>
          <a:xfrm xmlns:a="http://schemas.openxmlformats.org/drawingml/2006/main">
            <a:off x="9153525" y="39719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Choose the concern</a:t>
            </a:r>
          </a:p>
        </p:txBody>
      </p:sp>
      <p:sp>
        <p:nvSpPr>
          <p:cNvPr id="20" name="">
            <a:extLst xmlns:a="http://schemas.openxmlformats.org/drawingml/2006/main">
              <a:ext uri="{FF2B5EF4-FFF2-40B4-BE49-F238E27FC236}">
                <a16:creationId xmlns:a16="http://schemas.microsoft.com/office/drawing/2014/main" id="{2EC1A833-62C1-4897-9E62-B153377BC4A7}"/>
              </a:ext>
            </a:extLst>
          </p:cNvPr>
          <p:cNvSpPr>
            <a:spLocks xmlns:a="http://schemas.openxmlformats.org/drawingml/2006/main" noGrp="1"/>
          </p:cNvSpPr>
          <p:nvPr/>
        </p:nvSpPr>
        <p:spPr>
          <a:xfrm xmlns:a="http://schemas.openxmlformats.org/drawingml/2006/main">
            <a:off x="9153525" y="433387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Example: Password reset.</a:t>
            </a:r>
          </a:p>
        </p:txBody>
      </p:sp>
    </p:spTree>
    <p:extLst>
      <p:ext uri="{BB962C8B-B14F-4D97-AF65-F5344CB8AC3E}">
        <p14:creationId xmlns:p14="http://schemas.microsoft.com/office/powerpoint/2010/main" val="209571018"/>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6972D05-F598-4877-99A6-56DE2226479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4F3D40-0826-4EBF-A86F-BDD8FC113C84}"/>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ticket example: MBWin password reset</a:t>
            </a:r>
          </a:p>
        </p:txBody>
      </p:sp>
      <p:sp>
        <p:nvSpPr>
          <p:cNvPr id="3" name="">
            <a:extLst xmlns:a="http://schemas.openxmlformats.org/drawingml/2006/main">
              <a:ext uri="{FF2B5EF4-FFF2-40B4-BE49-F238E27FC236}">
                <a16:creationId xmlns:a16="http://schemas.microsoft.com/office/drawing/2014/main" id="{93F369AF-5CA1-4F60-9DD6-B0B66B346BED}"/>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BE2EB6-64D7-44A7-91A9-0215D188C31B}"/>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4E961823-32AE-4324-B132-F4B35F49AD31}"/>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09</a:t>
            </a:r>
          </a:p>
        </p:txBody>
      </p:sp>
      <p:sp>
        <p:nvSpPr>
          <p:cNvPr id="6" name="">
            <a:extLst xmlns:a="http://schemas.openxmlformats.org/drawingml/2006/main">
              <a:ext uri="{FF2B5EF4-FFF2-40B4-BE49-F238E27FC236}">
                <a16:creationId xmlns:a16="http://schemas.microsoft.com/office/drawing/2014/main" id="{3338199C-093A-4E26-9893-99388E7ED767}"/>
              </a:ext>
            </a:extLst>
          </p:cNvPr>
          <p:cNvSpPr>
            <a:spLocks xmlns:a="http://schemas.openxmlformats.org/drawingml/2006/main" noGrp="1"/>
          </p:cNvSpPr>
          <p:nvPr/>
        </p:nvSpPr>
        <p:spPr>
          <a:xfrm xmlns:a="http://schemas.openxmlformats.org/drawingml/2006/main">
            <a:off x="838200" y="16764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8C89"/>
                </a:solidFill>
              </a:defRPr>
            </a:defPPr>
            <a:lvl1pPr algn="l">
              <a:defRPr sz="1275" b="1">
                <a:solidFill>
                  <a:srgbClr val="178C89"/>
                </a:solidFill>
              </a:defRPr>
            </a:lvl1pPr>
            <a:lvl2pPr algn="l">
              <a:defRPr sz="1275" b="1">
                <a:solidFill>
                  <a:srgbClr val="178C89"/>
                </a:solidFill>
              </a:defRPr>
            </a:lvl2pPr>
            <a:lvl3pPr algn="l">
              <a:defRPr sz="1275" b="1">
                <a:solidFill>
                  <a:srgbClr val="178C89"/>
                </a:solidFill>
              </a:defRPr>
            </a:lvl3pPr>
            <a:lvl4pPr algn="l">
              <a:defRPr sz="1275" b="1">
                <a:solidFill>
                  <a:srgbClr val="178C89"/>
                </a:solidFill>
              </a:defRPr>
            </a:lvl4pPr>
            <a:lvl5pPr algn="l">
              <a:defRPr sz="1275" b="1">
                <a:solidFill>
                  <a:srgbClr val="178C89"/>
                </a:solidFill>
              </a:defRPr>
            </a:lvl5pPr>
            <a:lvl6pPr algn="l">
              <a:defRPr sz="1275" b="1">
                <a:solidFill>
                  <a:srgbClr val="178C89"/>
                </a:solidFill>
              </a:defRPr>
            </a:lvl6pPr>
            <a:lvl7pPr algn="l">
              <a:defRPr sz="1275" b="1">
                <a:solidFill>
                  <a:srgbClr val="178C89"/>
                </a:solidFill>
              </a:defRPr>
            </a:lvl7pPr>
            <a:lvl8pPr algn="l">
              <a:defRPr sz="1275" b="1">
                <a:solidFill>
                  <a:srgbClr val="178C89"/>
                </a:solidFill>
              </a:defRPr>
            </a:lvl8pPr>
            <a:lvl9pPr algn="l">
              <a:defRPr sz="1275" b="1">
                <a:solidFill>
                  <a:srgbClr val="178C89"/>
                </a:solidFill>
              </a:defRPr>
            </a:lvl9pPr>
          </a:lstStyle>
          <a:p xmlns:a="http://schemas.openxmlformats.org/drawingml/2006/main">
            <a:pPr algn="l">
              <a:lnSpc>
                <a:spcPct val="106000"/>
              </a:lnSpc>
              <a:buNone/>
              <a:defRPr sz="1275" b="1">
                <a:solidFill>
                  <a:srgbClr val="178C89"/>
                </a:solidFill>
              </a:defRPr>
            </a:pPr>
            <a:r>
              <a:rPr sz="1275" b="1">
                <a:solidFill>
                  <a:srgbClr val="178C89"/>
                </a:solidFill>
              </a:rPr>
              <a:t>THE EMPLOYEE’S ISSUE</a:t>
            </a:r>
          </a:p>
        </p:txBody>
      </p:sp>
      <p:sp>
        <p:nvSpPr>
          <p:cNvPr id="7" name="">
            <a:extLst xmlns:a="http://schemas.openxmlformats.org/drawingml/2006/main">
              <a:ext uri="{FF2B5EF4-FFF2-40B4-BE49-F238E27FC236}">
                <a16:creationId xmlns:a16="http://schemas.microsoft.com/office/drawing/2014/main" id="{30F575E0-59EA-444E-997A-1F75EDD8C683}"/>
              </a:ext>
            </a:extLst>
          </p:cNvPr>
          <p:cNvSpPr>
            <a:spLocks xmlns:a="http://schemas.openxmlformats.org/drawingml/2006/main" noGrp="1"/>
          </p:cNvSpPr>
          <p:nvPr/>
        </p:nvSpPr>
        <p:spPr>
          <a:xfrm xmlns:a="http://schemas.openxmlformats.org/drawingml/2006/main">
            <a:off x="838200" y="2076450"/>
            <a:ext cx="5143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12E43"/>
                </a:solidFill>
              </a:defRPr>
            </a:defPPr>
            <a:lvl1pPr algn="l">
              <a:defRPr sz="2250" b="1">
                <a:solidFill>
                  <a:srgbClr val="112E43"/>
                </a:solidFill>
              </a:defRPr>
            </a:lvl1pPr>
            <a:lvl2pPr algn="l">
              <a:defRPr sz="2250" b="1">
                <a:solidFill>
                  <a:srgbClr val="112E43"/>
                </a:solidFill>
              </a:defRPr>
            </a:lvl2pPr>
            <a:lvl3pPr algn="l">
              <a:defRPr sz="2250" b="1">
                <a:solidFill>
                  <a:srgbClr val="112E43"/>
                </a:solidFill>
              </a:defRPr>
            </a:lvl3pPr>
            <a:lvl4pPr algn="l">
              <a:defRPr sz="2250" b="1">
                <a:solidFill>
                  <a:srgbClr val="112E43"/>
                </a:solidFill>
              </a:defRPr>
            </a:lvl4pPr>
            <a:lvl5pPr algn="l">
              <a:defRPr sz="2250" b="1">
                <a:solidFill>
                  <a:srgbClr val="112E43"/>
                </a:solidFill>
              </a:defRPr>
            </a:lvl5pPr>
            <a:lvl6pPr algn="l">
              <a:defRPr sz="2250" b="1">
                <a:solidFill>
                  <a:srgbClr val="112E43"/>
                </a:solidFill>
              </a:defRPr>
            </a:lvl6pPr>
            <a:lvl7pPr algn="l">
              <a:defRPr sz="2250" b="1">
                <a:solidFill>
                  <a:srgbClr val="112E43"/>
                </a:solidFill>
              </a:defRPr>
            </a:lvl7pPr>
            <a:lvl8pPr algn="l">
              <a:defRPr sz="2250" b="1">
                <a:solidFill>
                  <a:srgbClr val="112E43"/>
                </a:solidFill>
              </a:defRPr>
            </a:lvl8pPr>
            <a:lvl9pPr algn="l">
              <a:defRPr sz="2250" b="1">
                <a:solidFill>
                  <a:srgbClr val="112E43"/>
                </a:solidFill>
              </a:defRPr>
            </a:lvl9pPr>
          </a:lstStyle>
          <a:p xmlns:a="http://schemas.openxmlformats.org/drawingml/2006/main">
            <a:pPr algn="l">
              <a:lnSpc>
                <a:spcPct val="106000"/>
              </a:lnSpc>
              <a:buNone/>
              <a:defRPr sz="2250" b="1">
                <a:solidFill>
                  <a:srgbClr val="112E43"/>
                </a:solidFill>
              </a:defRPr>
            </a:pPr>
            <a:r>
              <a:rPr sz="2250" b="1">
                <a:solidFill>
                  <a:srgbClr val="112E43"/>
                </a:solidFill>
              </a:rPr>
              <a:t>“My MBWin account is locked and I cannot complete my work.”</a:t>
            </a:r>
          </a:p>
        </p:txBody>
      </p:sp>
      <p:sp>
        <p:nvSpPr>
          <p:cNvPr id="8" name="">
            <a:extLst xmlns:a="http://schemas.openxmlformats.org/drawingml/2006/main">
              <a:ext uri="{FF2B5EF4-FFF2-40B4-BE49-F238E27FC236}">
                <a16:creationId xmlns:a16="http://schemas.microsoft.com/office/drawing/2014/main" id="{D57FB6E4-C094-4574-AAF3-F49E15B38359}"/>
              </a:ext>
            </a:extLst>
          </p:cNvPr>
          <p:cNvSpPr>
            <a:spLocks xmlns:a="http://schemas.openxmlformats.org/drawingml/2006/main" noGrp="1"/>
          </p:cNvSpPr>
          <p:nvPr/>
        </p:nvSpPr>
        <p:spPr>
          <a:xfrm xmlns:a="http://schemas.openxmlformats.org/drawingml/2006/main">
            <a:off x="6724650" y="16764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E69A3A"/>
                </a:solidFill>
              </a:defRPr>
            </a:defPPr>
            <a:lvl1pPr algn="l">
              <a:defRPr sz="1275" b="1">
                <a:solidFill>
                  <a:srgbClr val="E69A3A"/>
                </a:solidFill>
              </a:defRPr>
            </a:lvl1pPr>
            <a:lvl2pPr algn="l">
              <a:defRPr sz="1275" b="1">
                <a:solidFill>
                  <a:srgbClr val="E69A3A"/>
                </a:solidFill>
              </a:defRPr>
            </a:lvl2pPr>
            <a:lvl3pPr algn="l">
              <a:defRPr sz="1275" b="1">
                <a:solidFill>
                  <a:srgbClr val="E69A3A"/>
                </a:solidFill>
              </a:defRPr>
            </a:lvl3pPr>
            <a:lvl4pPr algn="l">
              <a:defRPr sz="1275" b="1">
                <a:solidFill>
                  <a:srgbClr val="E69A3A"/>
                </a:solidFill>
              </a:defRPr>
            </a:lvl4pPr>
            <a:lvl5pPr algn="l">
              <a:defRPr sz="1275" b="1">
                <a:solidFill>
                  <a:srgbClr val="E69A3A"/>
                </a:solidFill>
              </a:defRPr>
            </a:lvl5pPr>
            <a:lvl6pPr algn="l">
              <a:defRPr sz="1275" b="1">
                <a:solidFill>
                  <a:srgbClr val="E69A3A"/>
                </a:solidFill>
              </a:defRPr>
            </a:lvl6pPr>
            <a:lvl7pPr algn="l">
              <a:defRPr sz="1275" b="1">
                <a:solidFill>
                  <a:srgbClr val="E69A3A"/>
                </a:solidFill>
              </a:defRPr>
            </a:lvl7pPr>
            <a:lvl8pPr algn="l">
              <a:defRPr sz="1275" b="1">
                <a:solidFill>
                  <a:srgbClr val="E69A3A"/>
                </a:solidFill>
              </a:defRPr>
            </a:lvl8pPr>
            <a:lvl9pPr algn="l">
              <a:defRPr sz="1275" b="1">
                <a:solidFill>
                  <a:srgbClr val="E69A3A"/>
                </a:solidFill>
              </a:defRPr>
            </a:lvl9pPr>
          </a:lstStyle>
          <a:p xmlns:a="http://schemas.openxmlformats.org/drawingml/2006/main">
            <a:pPr algn="l">
              <a:lnSpc>
                <a:spcPct val="106000"/>
              </a:lnSpc>
              <a:buNone/>
              <a:defRPr sz="1275" b="1">
                <a:solidFill>
                  <a:srgbClr val="E69A3A"/>
                </a:solidFill>
              </a:defRPr>
            </a:pPr>
            <a:r>
              <a:rPr sz="1275" b="1">
                <a:solidFill>
                  <a:srgbClr val="E69A3A"/>
                </a:solidFill>
              </a:rPr>
              <a:t>SAMPLE CLASSIFICATION</a:t>
            </a:r>
          </a:p>
        </p:txBody>
      </p:sp>
      <p:sp>
        <p:nvSpPr>
          <p:cNvPr id="9" name="">
            <a:extLst xmlns:a="http://schemas.openxmlformats.org/drawingml/2006/main">
              <a:ext uri="{FF2B5EF4-FFF2-40B4-BE49-F238E27FC236}">
                <a16:creationId xmlns:a16="http://schemas.microsoft.com/office/drawing/2014/main" id="{ACED130A-04D8-41AA-B706-9406B0013003}"/>
              </a:ext>
            </a:extLst>
          </p:cNvPr>
          <p:cNvSpPr>
            <a:spLocks xmlns:a="http://schemas.openxmlformats.org/drawingml/2006/main" noGrp="1"/>
          </p:cNvSpPr>
          <p:nvPr/>
        </p:nvSpPr>
        <p:spPr>
          <a:xfrm xmlns:a="http://schemas.openxmlformats.org/drawingml/2006/main">
            <a:off x="6724650" y="210502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Device or System</a:t>
            </a:r>
          </a:p>
        </p:txBody>
      </p:sp>
      <p:sp>
        <p:nvSpPr>
          <p:cNvPr id="10" name="">
            <a:extLst xmlns:a="http://schemas.openxmlformats.org/drawingml/2006/main">
              <a:ext uri="{FF2B5EF4-FFF2-40B4-BE49-F238E27FC236}">
                <a16:creationId xmlns:a16="http://schemas.microsoft.com/office/drawing/2014/main" id="{5A353BBD-40E5-41C8-A34A-DB9928EC16A2}"/>
              </a:ext>
            </a:extLst>
          </p:cNvPr>
          <p:cNvSpPr>
            <a:spLocks xmlns:a="http://schemas.openxmlformats.org/drawingml/2006/main" noGrp="1"/>
          </p:cNvSpPr>
          <p:nvPr/>
        </p:nvSpPr>
        <p:spPr>
          <a:xfrm xmlns:a="http://schemas.openxmlformats.org/drawingml/2006/main">
            <a:off x="6724650" y="2333625"/>
            <a:ext cx="4476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1" name="">
            <a:extLst xmlns:a="http://schemas.openxmlformats.org/drawingml/2006/main">
              <a:ext uri="{FF2B5EF4-FFF2-40B4-BE49-F238E27FC236}">
                <a16:creationId xmlns:a16="http://schemas.microsoft.com/office/drawing/2014/main" id="{D07594AE-56EB-4CB5-8F2E-5B2E8B1DA6BE}"/>
              </a:ext>
            </a:extLst>
          </p:cNvPr>
          <p:cNvSpPr>
            <a:spLocks xmlns:a="http://schemas.openxmlformats.org/drawingml/2006/main" noGrp="1"/>
          </p:cNvSpPr>
          <p:nvPr/>
        </p:nvSpPr>
        <p:spPr>
          <a:xfrm xmlns:a="http://schemas.openxmlformats.org/drawingml/2006/main">
            <a:off x="6829425" y="23622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MBWin / Sky360</a:t>
            </a:r>
          </a:p>
        </p:txBody>
      </p:sp>
      <p:sp>
        <p:nvSpPr>
          <p:cNvPr id="12" name="">
            <a:extLst xmlns:a="http://schemas.openxmlformats.org/drawingml/2006/main">
              <a:ext uri="{FF2B5EF4-FFF2-40B4-BE49-F238E27FC236}">
                <a16:creationId xmlns:a16="http://schemas.microsoft.com/office/drawing/2014/main" id="{451D335A-49A6-46C8-8E83-25DDD6706738}"/>
              </a:ext>
            </a:extLst>
          </p:cNvPr>
          <p:cNvSpPr>
            <a:spLocks xmlns:a="http://schemas.openxmlformats.org/drawingml/2006/main" noGrp="1"/>
          </p:cNvSpPr>
          <p:nvPr/>
        </p:nvSpPr>
        <p:spPr>
          <a:xfrm xmlns:a="http://schemas.openxmlformats.org/drawingml/2006/main">
            <a:off x="6724650" y="294322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Support Category</a:t>
            </a:r>
          </a:p>
        </p:txBody>
      </p:sp>
      <p:sp>
        <p:nvSpPr>
          <p:cNvPr id="13" name="">
            <a:extLst xmlns:a="http://schemas.openxmlformats.org/drawingml/2006/main">
              <a:ext uri="{FF2B5EF4-FFF2-40B4-BE49-F238E27FC236}">
                <a16:creationId xmlns:a16="http://schemas.microsoft.com/office/drawing/2014/main" id="{B3C1C9D8-7F69-47A9-86D9-E3D6CA9026B9}"/>
              </a:ext>
            </a:extLst>
          </p:cNvPr>
          <p:cNvSpPr>
            <a:spLocks xmlns:a="http://schemas.openxmlformats.org/drawingml/2006/main" noGrp="1"/>
          </p:cNvSpPr>
          <p:nvPr/>
        </p:nvSpPr>
        <p:spPr>
          <a:xfrm xmlns:a="http://schemas.openxmlformats.org/drawingml/2006/main">
            <a:off x="6724650" y="3171825"/>
            <a:ext cx="4476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4" name="">
            <a:extLst xmlns:a="http://schemas.openxmlformats.org/drawingml/2006/main">
              <a:ext uri="{FF2B5EF4-FFF2-40B4-BE49-F238E27FC236}">
                <a16:creationId xmlns:a16="http://schemas.microsoft.com/office/drawing/2014/main" id="{AD9D43A9-E4C4-4741-84F8-06E5ECDA25D2}"/>
              </a:ext>
            </a:extLst>
          </p:cNvPr>
          <p:cNvSpPr>
            <a:spLocks xmlns:a="http://schemas.openxmlformats.org/drawingml/2006/main" noGrp="1"/>
          </p:cNvSpPr>
          <p:nvPr/>
        </p:nvSpPr>
        <p:spPr>
          <a:xfrm xmlns:a="http://schemas.openxmlformats.org/drawingml/2006/main">
            <a:off x="6829425" y="32004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Account / Access Support</a:t>
            </a:r>
          </a:p>
        </p:txBody>
      </p:sp>
      <p:sp>
        <p:nvSpPr>
          <p:cNvPr id="15" name="">
            <a:extLst xmlns:a="http://schemas.openxmlformats.org/drawingml/2006/main">
              <a:ext uri="{FF2B5EF4-FFF2-40B4-BE49-F238E27FC236}">
                <a16:creationId xmlns:a16="http://schemas.microsoft.com/office/drawing/2014/main" id="{E87A1A83-7031-4361-97AA-8898FE612A2E}"/>
              </a:ext>
            </a:extLst>
          </p:cNvPr>
          <p:cNvSpPr>
            <a:spLocks xmlns:a="http://schemas.openxmlformats.org/drawingml/2006/main" noGrp="1"/>
          </p:cNvSpPr>
          <p:nvPr/>
        </p:nvSpPr>
        <p:spPr>
          <a:xfrm xmlns:a="http://schemas.openxmlformats.org/drawingml/2006/main">
            <a:off x="6724650" y="378142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Concern Type</a:t>
            </a:r>
          </a:p>
        </p:txBody>
      </p:sp>
      <p:sp>
        <p:nvSpPr>
          <p:cNvPr id="16" name="">
            <a:extLst xmlns:a="http://schemas.openxmlformats.org/drawingml/2006/main">
              <a:ext uri="{FF2B5EF4-FFF2-40B4-BE49-F238E27FC236}">
                <a16:creationId xmlns:a16="http://schemas.microsoft.com/office/drawing/2014/main" id="{4446DADF-504C-4CE0-86C1-5E55FA0B0FDE}"/>
              </a:ext>
            </a:extLst>
          </p:cNvPr>
          <p:cNvSpPr>
            <a:spLocks xmlns:a="http://schemas.openxmlformats.org/drawingml/2006/main" noGrp="1"/>
          </p:cNvSpPr>
          <p:nvPr/>
        </p:nvSpPr>
        <p:spPr>
          <a:xfrm xmlns:a="http://schemas.openxmlformats.org/drawingml/2006/main">
            <a:off x="6724650" y="4010025"/>
            <a:ext cx="4476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7" name="">
            <a:extLst xmlns:a="http://schemas.openxmlformats.org/drawingml/2006/main">
              <a:ext uri="{FF2B5EF4-FFF2-40B4-BE49-F238E27FC236}">
                <a16:creationId xmlns:a16="http://schemas.microsoft.com/office/drawing/2014/main" id="{8B347E08-84CC-44B1-9704-75404F90C613}"/>
              </a:ext>
            </a:extLst>
          </p:cNvPr>
          <p:cNvSpPr>
            <a:spLocks xmlns:a="http://schemas.openxmlformats.org/drawingml/2006/main" noGrp="1"/>
          </p:cNvSpPr>
          <p:nvPr/>
        </p:nvSpPr>
        <p:spPr>
          <a:xfrm xmlns:a="http://schemas.openxmlformats.org/drawingml/2006/main">
            <a:off x="6829425" y="40386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Password reset</a:t>
            </a:r>
          </a:p>
        </p:txBody>
      </p:sp>
      <p:sp>
        <p:nvSpPr>
          <p:cNvPr id="18" name="">
            <a:extLst xmlns:a="http://schemas.openxmlformats.org/drawingml/2006/main">
              <a:ext uri="{FF2B5EF4-FFF2-40B4-BE49-F238E27FC236}">
                <a16:creationId xmlns:a16="http://schemas.microsoft.com/office/drawing/2014/main" id="{02E15205-DE4B-485E-A002-A2C27F62EBBB}"/>
              </a:ext>
            </a:extLst>
          </p:cNvPr>
          <p:cNvSpPr>
            <a:spLocks xmlns:a="http://schemas.openxmlformats.org/drawingml/2006/main" noGrp="1"/>
          </p:cNvSpPr>
          <p:nvPr/>
        </p:nvSpPr>
        <p:spPr>
          <a:xfrm xmlns:a="http://schemas.openxmlformats.org/drawingml/2006/main">
            <a:off x="866775" y="3857625"/>
            <a:ext cx="4981575" cy="104775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D5B7CD2-2B1F-4567-BCCF-8616CB898673}"/>
              </a:ext>
            </a:extLst>
          </p:cNvPr>
          <p:cNvSpPr>
            <a:spLocks xmlns:a="http://schemas.openxmlformats.org/drawingml/2006/main" noGrp="1"/>
          </p:cNvSpPr>
          <p:nvPr/>
        </p:nvSpPr>
        <p:spPr>
          <a:xfrm xmlns:a="http://schemas.openxmlformats.org/drawingml/2006/main">
            <a:off x="1095375" y="3981450"/>
            <a:ext cx="4381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3F5D"/>
                </a:solidFill>
              </a:defRPr>
            </a:defPPr>
            <a:lvl1pPr algn="l">
              <a:defRPr sz="1650" b="1">
                <a:solidFill>
                  <a:srgbClr val="173F5D"/>
                </a:solidFill>
              </a:defRPr>
            </a:lvl1pPr>
            <a:lvl2pPr algn="l">
              <a:defRPr sz="1650" b="1">
                <a:solidFill>
                  <a:srgbClr val="173F5D"/>
                </a:solidFill>
              </a:defRPr>
            </a:lvl2pPr>
            <a:lvl3pPr algn="l">
              <a:defRPr sz="1650" b="1">
                <a:solidFill>
                  <a:srgbClr val="173F5D"/>
                </a:solidFill>
              </a:defRPr>
            </a:lvl3pPr>
            <a:lvl4pPr algn="l">
              <a:defRPr sz="1650" b="1">
                <a:solidFill>
                  <a:srgbClr val="173F5D"/>
                </a:solidFill>
              </a:defRPr>
            </a:lvl4pPr>
            <a:lvl5pPr algn="l">
              <a:defRPr sz="1650" b="1">
                <a:solidFill>
                  <a:srgbClr val="173F5D"/>
                </a:solidFill>
              </a:defRPr>
            </a:lvl5pPr>
            <a:lvl6pPr algn="l">
              <a:defRPr sz="1650" b="1">
                <a:solidFill>
                  <a:srgbClr val="173F5D"/>
                </a:solidFill>
              </a:defRPr>
            </a:lvl6pPr>
            <a:lvl7pPr algn="l">
              <a:defRPr sz="1650" b="1">
                <a:solidFill>
                  <a:srgbClr val="173F5D"/>
                </a:solidFill>
              </a:defRPr>
            </a:lvl7pPr>
            <a:lvl8pPr algn="l">
              <a:defRPr sz="1650" b="1">
                <a:solidFill>
                  <a:srgbClr val="173F5D"/>
                </a:solidFill>
              </a:defRPr>
            </a:lvl8pPr>
            <a:lvl9pPr algn="l">
              <a:defRPr sz="1650" b="1">
                <a:solidFill>
                  <a:srgbClr val="173F5D"/>
                </a:solidFill>
              </a:defRPr>
            </a:lvl9pPr>
          </a:lstStyle>
          <a:p xmlns:a="http://schemas.openxmlformats.org/drawingml/2006/main">
            <a:pPr algn="l">
              <a:lnSpc>
                <a:spcPct val="106000"/>
              </a:lnSpc>
              <a:buNone/>
              <a:defRPr sz="1650" b="1">
                <a:solidFill>
                  <a:srgbClr val="173F5D"/>
                </a:solidFill>
              </a:defRPr>
            </a:pPr>
            <a:r>
              <a:rPr sz="1650" b="1">
                <a:solidFill>
                  <a:srgbClr val="173F5D"/>
                </a:solidFill>
              </a:rPr>
              <a:t>Demo ticket values only</a:t>
            </a:r>
          </a:p>
        </p:txBody>
      </p:sp>
      <p:sp>
        <p:nvSpPr>
          <p:cNvPr id="20" name="">
            <a:extLst xmlns:a="http://schemas.openxmlformats.org/drawingml/2006/main">
              <a:ext uri="{FF2B5EF4-FFF2-40B4-BE49-F238E27FC236}">
                <a16:creationId xmlns:a16="http://schemas.microsoft.com/office/drawing/2014/main" id="{34B5AEEE-704B-419D-B9D4-DCB4D1F3B241}"/>
              </a:ext>
            </a:extLst>
          </p:cNvPr>
          <p:cNvSpPr>
            <a:spLocks xmlns:a="http://schemas.openxmlformats.org/drawingml/2006/main" noGrp="1"/>
          </p:cNvSpPr>
          <p:nvPr/>
        </p:nvSpPr>
        <p:spPr>
          <a:xfrm xmlns:a="http://schemas.openxmlformats.org/drawingml/2006/main">
            <a:off x="1095375" y="4333875"/>
            <a:ext cx="438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36B79"/>
                </a:solidFill>
              </a:defRPr>
            </a:defPPr>
            <a:lvl1pPr algn="l">
              <a:defRPr sz="1350" b="0">
                <a:solidFill>
                  <a:srgbClr val="536B79"/>
                </a:solidFill>
              </a:defRPr>
            </a:lvl1pPr>
            <a:lvl2pPr algn="l">
              <a:defRPr sz="1350" b="0">
                <a:solidFill>
                  <a:srgbClr val="536B79"/>
                </a:solidFill>
              </a:defRPr>
            </a:lvl2pPr>
            <a:lvl3pPr algn="l">
              <a:defRPr sz="1350" b="0">
                <a:solidFill>
                  <a:srgbClr val="536B79"/>
                </a:solidFill>
              </a:defRPr>
            </a:lvl3pPr>
            <a:lvl4pPr algn="l">
              <a:defRPr sz="1350" b="0">
                <a:solidFill>
                  <a:srgbClr val="536B79"/>
                </a:solidFill>
              </a:defRPr>
            </a:lvl4pPr>
            <a:lvl5pPr algn="l">
              <a:defRPr sz="1350" b="0">
                <a:solidFill>
                  <a:srgbClr val="536B79"/>
                </a:solidFill>
              </a:defRPr>
            </a:lvl5pPr>
            <a:lvl6pPr algn="l">
              <a:defRPr sz="1350" b="0">
                <a:solidFill>
                  <a:srgbClr val="536B79"/>
                </a:solidFill>
              </a:defRPr>
            </a:lvl6pPr>
            <a:lvl7pPr algn="l">
              <a:defRPr sz="1350" b="0">
                <a:solidFill>
                  <a:srgbClr val="536B79"/>
                </a:solidFill>
              </a:defRPr>
            </a:lvl7pPr>
            <a:lvl8pPr algn="l">
              <a:defRPr sz="1350" b="0">
                <a:solidFill>
                  <a:srgbClr val="536B79"/>
                </a:solidFill>
              </a:defRPr>
            </a:lvl8pPr>
            <a:lvl9pPr algn="l">
              <a:defRPr sz="1350" b="0">
                <a:solidFill>
                  <a:srgbClr val="536B79"/>
                </a:solidFill>
              </a:defRPr>
            </a:lvl9pPr>
          </a:lstStyle>
          <a:p xmlns:a="http://schemas.openxmlformats.org/drawingml/2006/main">
            <a:pPr algn="l">
              <a:lnSpc>
                <a:spcPct val="106000"/>
              </a:lnSpc>
              <a:buNone/>
              <a:defRPr sz="1350" b="0">
                <a:solidFill>
                  <a:srgbClr val="536B79"/>
                </a:solidFill>
              </a:defRPr>
            </a:pPr>
            <a:r>
              <a:rPr sz="1350" b="0">
                <a:solidFill>
                  <a:srgbClr val="536B79"/>
                </a:solidFill>
              </a:rPr>
              <a:t>Replace bracketed employee details with your own before submitting.</a:t>
            </a:r>
          </a:p>
        </p:txBody>
      </p:sp>
    </p:spTree>
    <p:extLst>
      <p:ext uri="{BB962C8B-B14F-4D97-AF65-F5344CB8AC3E}">
        <p14:creationId xmlns:p14="http://schemas.microsoft.com/office/powerpoint/2010/main" val="1275021131"/>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3223CCB-1925-408E-83EE-27F85C2FB71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6AC7F4-8B7C-4F8F-AB36-D710EE52B61E}"/>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example: complete the request details</a:t>
            </a:r>
          </a:p>
        </p:txBody>
      </p:sp>
      <p:sp>
        <p:nvSpPr>
          <p:cNvPr id="3" name="">
            <a:extLst xmlns:a="http://schemas.openxmlformats.org/drawingml/2006/main">
              <a:ext uri="{FF2B5EF4-FFF2-40B4-BE49-F238E27FC236}">
                <a16:creationId xmlns:a16="http://schemas.microsoft.com/office/drawing/2014/main" id="{922DBA22-4AA7-4D1D-A532-5A83D210A489}"/>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197AC5-E0A4-4ACE-ADF4-B691E58AD55E}"/>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E5901A2B-121C-4486-A37B-4545F99AF9E2}"/>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10</a:t>
            </a:r>
          </a:p>
        </p:txBody>
      </p:sp>
      <p:sp>
        <p:nvSpPr>
          <p:cNvPr id="6" name="">
            <a:extLst xmlns:a="http://schemas.openxmlformats.org/drawingml/2006/main">
              <a:ext uri="{FF2B5EF4-FFF2-40B4-BE49-F238E27FC236}">
                <a16:creationId xmlns:a16="http://schemas.microsoft.com/office/drawing/2014/main" id="{79F8165F-7830-4218-8143-E889ADEB685B}"/>
              </a:ext>
            </a:extLst>
          </p:cNvPr>
          <p:cNvSpPr>
            <a:spLocks xmlns:a="http://schemas.openxmlformats.org/drawingml/2006/main" noGrp="1"/>
          </p:cNvSpPr>
          <p:nvPr/>
        </p:nvSpPr>
        <p:spPr>
          <a:xfrm xmlns:a="http://schemas.openxmlformats.org/drawingml/2006/main">
            <a:off x="838200" y="15240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Branch / Location</a:t>
            </a:r>
          </a:p>
        </p:txBody>
      </p:sp>
      <p:sp>
        <p:nvSpPr>
          <p:cNvPr id="7" name="">
            <a:extLst xmlns:a="http://schemas.openxmlformats.org/drawingml/2006/main">
              <a:ext uri="{FF2B5EF4-FFF2-40B4-BE49-F238E27FC236}">
                <a16:creationId xmlns:a16="http://schemas.microsoft.com/office/drawing/2014/main" id="{20A2576C-3BEB-4F70-B88E-1613CCCBCD21}"/>
              </a:ext>
            </a:extLst>
          </p:cNvPr>
          <p:cNvSpPr>
            <a:spLocks xmlns:a="http://schemas.openxmlformats.org/drawingml/2006/main" noGrp="1"/>
          </p:cNvSpPr>
          <p:nvPr/>
        </p:nvSpPr>
        <p:spPr>
          <a:xfrm xmlns:a="http://schemas.openxmlformats.org/drawingml/2006/main">
            <a:off x="838200" y="17526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8" name="">
            <a:extLst xmlns:a="http://schemas.openxmlformats.org/drawingml/2006/main">
              <a:ext uri="{FF2B5EF4-FFF2-40B4-BE49-F238E27FC236}">
                <a16:creationId xmlns:a16="http://schemas.microsoft.com/office/drawing/2014/main" id="{5B9348DE-C634-4BCB-85CF-2D9515001093}"/>
              </a:ext>
            </a:extLst>
          </p:cNvPr>
          <p:cNvSpPr>
            <a:spLocks xmlns:a="http://schemas.openxmlformats.org/drawingml/2006/main" noGrp="1"/>
          </p:cNvSpPr>
          <p:nvPr/>
        </p:nvSpPr>
        <p:spPr>
          <a:xfrm xmlns:a="http://schemas.openxmlformats.org/drawingml/2006/main">
            <a:off x="942975" y="17811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Central Office</a:t>
            </a:r>
          </a:p>
        </p:txBody>
      </p:sp>
      <p:sp>
        <p:nvSpPr>
          <p:cNvPr id="9" name="">
            <a:extLst xmlns:a="http://schemas.openxmlformats.org/drawingml/2006/main">
              <a:ext uri="{FF2B5EF4-FFF2-40B4-BE49-F238E27FC236}">
                <a16:creationId xmlns:a16="http://schemas.microsoft.com/office/drawing/2014/main" id="{5EF6A3CC-5515-42EA-B0F7-DE8022A384F4}"/>
              </a:ext>
            </a:extLst>
          </p:cNvPr>
          <p:cNvSpPr>
            <a:spLocks xmlns:a="http://schemas.openxmlformats.org/drawingml/2006/main" noGrp="1"/>
          </p:cNvSpPr>
          <p:nvPr/>
        </p:nvSpPr>
        <p:spPr>
          <a:xfrm xmlns:a="http://schemas.openxmlformats.org/drawingml/2006/main">
            <a:off x="838200" y="2343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Department</a:t>
            </a:r>
          </a:p>
        </p:txBody>
      </p:sp>
      <p:sp>
        <p:nvSpPr>
          <p:cNvPr id="10" name="">
            <a:extLst xmlns:a="http://schemas.openxmlformats.org/drawingml/2006/main">
              <a:ext uri="{FF2B5EF4-FFF2-40B4-BE49-F238E27FC236}">
                <a16:creationId xmlns:a16="http://schemas.microsoft.com/office/drawing/2014/main" id="{35809B27-F69F-49C5-BB62-A7B60141DFE8}"/>
              </a:ext>
            </a:extLst>
          </p:cNvPr>
          <p:cNvSpPr>
            <a:spLocks xmlns:a="http://schemas.openxmlformats.org/drawingml/2006/main" noGrp="1"/>
          </p:cNvSpPr>
          <p:nvPr/>
        </p:nvSpPr>
        <p:spPr>
          <a:xfrm xmlns:a="http://schemas.openxmlformats.org/drawingml/2006/main">
            <a:off x="838200" y="257175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1" name="">
            <a:extLst xmlns:a="http://schemas.openxmlformats.org/drawingml/2006/main">
              <a:ext uri="{FF2B5EF4-FFF2-40B4-BE49-F238E27FC236}">
                <a16:creationId xmlns:a16="http://schemas.microsoft.com/office/drawing/2014/main" id="{6847A45B-C838-49FC-9900-B63C6A19D905}"/>
              </a:ext>
            </a:extLst>
          </p:cNvPr>
          <p:cNvSpPr>
            <a:spLocks xmlns:a="http://schemas.openxmlformats.org/drawingml/2006/main" noGrp="1"/>
          </p:cNvSpPr>
          <p:nvPr/>
        </p:nvSpPr>
        <p:spPr>
          <a:xfrm xmlns:a="http://schemas.openxmlformats.org/drawingml/2006/main">
            <a:off x="942975" y="260032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[Your department]</a:t>
            </a:r>
          </a:p>
        </p:txBody>
      </p:sp>
      <p:sp>
        <p:nvSpPr>
          <p:cNvPr id="12" name="">
            <a:extLst xmlns:a="http://schemas.openxmlformats.org/drawingml/2006/main">
              <a:ext uri="{FF2B5EF4-FFF2-40B4-BE49-F238E27FC236}">
                <a16:creationId xmlns:a16="http://schemas.microsoft.com/office/drawing/2014/main" id="{77BBAC60-B4E2-4D70-A1C2-F48A94EA2BBD}"/>
              </a:ext>
            </a:extLst>
          </p:cNvPr>
          <p:cNvSpPr>
            <a:spLocks xmlns:a="http://schemas.openxmlformats.org/drawingml/2006/main" noGrp="1"/>
          </p:cNvSpPr>
          <p:nvPr/>
        </p:nvSpPr>
        <p:spPr>
          <a:xfrm xmlns:a="http://schemas.openxmlformats.org/drawingml/2006/main">
            <a:off x="838200" y="31623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Contact Number / Local</a:t>
            </a:r>
          </a:p>
        </p:txBody>
      </p:sp>
      <p:sp>
        <p:nvSpPr>
          <p:cNvPr id="13" name="">
            <a:extLst xmlns:a="http://schemas.openxmlformats.org/drawingml/2006/main">
              <a:ext uri="{FF2B5EF4-FFF2-40B4-BE49-F238E27FC236}">
                <a16:creationId xmlns:a16="http://schemas.microsoft.com/office/drawing/2014/main" id="{36DD538A-7A48-4C7F-A3BB-2B3544ED9ECD}"/>
              </a:ext>
            </a:extLst>
          </p:cNvPr>
          <p:cNvSpPr>
            <a:spLocks xmlns:a="http://schemas.openxmlformats.org/drawingml/2006/main" noGrp="1"/>
          </p:cNvSpPr>
          <p:nvPr/>
        </p:nvSpPr>
        <p:spPr>
          <a:xfrm xmlns:a="http://schemas.openxmlformats.org/drawingml/2006/main">
            <a:off x="838200" y="33909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4" name="">
            <a:extLst xmlns:a="http://schemas.openxmlformats.org/drawingml/2006/main">
              <a:ext uri="{FF2B5EF4-FFF2-40B4-BE49-F238E27FC236}">
                <a16:creationId xmlns:a16="http://schemas.microsoft.com/office/drawing/2014/main" id="{07F76AB4-BC0C-4B21-BDA6-C8ED2A686A02}"/>
              </a:ext>
            </a:extLst>
          </p:cNvPr>
          <p:cNvSpPr>
            <a:spLocks xmlns:a="http://schemas.openxmlformats.org/drawingml/2006/main" noGrp="1"/>
          </p:cNvSpPr>
          <p:nvPr/>
        </p:nvSpPr>
        <p:spPr>
          <a:xfrm xmlns:a="http://schemas.openxmlformats.org/drawingml/2006/main">
            <a:off x="942975" y="34194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[Your contact number]</a:t>
            </a:r>
          </a:p>
        </p:txBody>
      </p:sp>
      <p:sp>
        <p:nvSpPr>
          <p:cNvPr id="15" name="">
            <a:extLst xmlns:a="http://schemas.openxmlformats.org/drawingml/2006/main">
              <a:ext uri="{FF2B5EF4-FFF2-40B4-BE49-F238E27FC236}">
                <a16:creationId xmlns:a16="http://schemas.microsoft.com/office/drawing/2014/main" id="{6D0A10A5-6FE3-4682-9D4F-5E97A8642E47}"/>
              </a:ext>
            </a:extLst>
          </p:cNvPr>
          <p:cNvSpPr>
            <a:spLocks xmlns:a="http://schemas.openxmlformats.org/drawingml/2006/main" noGrp="1"/>
          </p:cNvSpPr>
          <p:nvPr/>
        </p:nvSpPr>
        <p:spPr>
          <a:xfrm xmlns:a="http://schemas.openxmlformats.org/drawingml/2006/main">
            <a:off x="6400800" y="15240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Device or System</a:t>
            </a:r>
          </a:p>
        </p:txBody>
      </p:sp>
      <p:sp>
        <p:nvSpPr>
          <p:cNvPr id="16" name="">
            <a:extLst xmlns:a="http://schemas.openxmlformats.org/drawingml/2006/main">
              <a:ext uri="{FF2B5EF4-FFF2-40B4-BE49-F238E27FC236}">
                <a16:creationId xmlns:a16="http://schemas.microsoft.com/office/drawing/2014/main" id="{52B0976C-00F1-431B-8823-13E651470165}"/>
              </a:ext>
            </a:extLst>
          </p:cNvPr>
          <p:cNvSpPr>
            <a:spLocks xmlns:a="http://schemas.openxmlformats.org/drawingml/2006/main" noGrp="1"/>
          </p:cNvSpPr>
          <p:nvPr/>
        </p:nvSpPr>
        <p:spPr>
          <a:xfrm xmlns:a="http://schemas.openxmlformats.org/drawingml/2006/main">
            <a:off x="6400800" y="17526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7" name="">
            <a:extLst xmlns:a="http://schemas.openxmlformats.org/drawingml/2006/main">
              <a:ext uri="{FF2B5EF4-FFF2-40B4-BE49-F238E27FC236}">
                <a16:creationId xmlns:a16="http://schemas.microsoft.com/office/drawing/2014/main" id="{4AF6ABB5-1D12-4D8D-B70B-C8A6DB6150D3}"/>
              </a:ext>
            </a:extLst>
          </p:cNvPr>
          <p:cNvSpPr>
            <a:spLocks xmlns:a="http://schemas.openxmlformats.org/drawingml/2006/main" noGrp="1"/>
          </p:cNvSpPr>
          <p:nvPr/>
        </p:nvSpPr>
        <p:spPr>
          <a:xfrm xmlns:a="http://schemas.openxmlformats.org/drawingml/2006/main">
            <a:off x="6505575" y="17811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MBWin / Sky360</a:t>
            </a:r>
          </a:p>
        </p:txBody>
      </p:sp>
      <p:sp>
        <p:nvSpPr>
          <p:cNvPr id="18" name="">
            <a:extLst xmlns:a="http://schemas.openxmlformats.org/drawingml/2006/main">
              <a:ext uri="{FF2B5EF4-FFF2-40B4-BE49-F238E27FC236}">
                <a16:creationId xmlns:a16="http://schemas.microsoft.com/office/drawing/2014/main" id="{8B856C9C-DAFC-4F5D-94A1-90E8287CBA3C}"/>
              </a:ext>
            </a:extLst>
          </p:cNvPr>
          <p:cNvSpPr>
            <a:spLocks xmlns:a="http://schemas.openxmlformats.org/drawingml/2006/main" noGrp="1"/>
          </p:cNvSpPr>
          <p:nvPr/>
        </p:nvSpPr>
        <p:spPr>
          <a:xfrm xmlns:a="http://schemas.openxmlformats.org/drawingml/2006/main">
            <a:off x="6400800" y="2343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Support Category</a:t>
            </a:r>
          </a:p>
        </p:txBody>
      </p:sp>
      <p:sp>
        <p:nvSpPr>
          <p:cNvPr id="19" name="">
            <a:extLst xmlns:a="http://schemas.openxmlformats.org/drawingml/2006/main">
              <a:ext uri="{FF2B5EF4-FFF2-40B4-BE49-F238E27FC236}">
                <a16:creationId xmlns:a16="http://schemas.microsoft.com/office/drawing/2014/main" id="{275C7474-098D-4B12-A91D-AFC9BC64B9E7}"/>
              </a:ext>
            </a:extLst>
          </p:cNvPr>
          <p:cNvSpPr>
            <a:spLocks xmlns:a="http://schemas.openxmlformats.org/drawingml/2006/main" noGrp="1"/>
          </p:cNvSpPr>
          <p:nvPr/>
        </p:nvSpPr>
        <p:spPr>
          <a:xfrm xmlns:a="http://schemas.openxmlformats.org/drawingml/2006/main">
            <a:off x="6400800" y="257175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0" name="">
            <a:extLst xmlns:a="http://schemas.openxmlformats.org/drawingml/2006/main">
              <a:ext uri="{FF2B5EF4-FFF2-40B4-BE49-F238E27FC236}">
                <a16:creationId xmlns:a16="http://schemas.microsoft.com/office/drawing/2014/main" id="{0B375119-05A6-492B-B6CD-BA0491E40D8E}"/>
              </a:ext>
            </a:extLst>
          </p:cNvPr>
          <p:cNvSpPr>
            <a:spLocks xmlns:a="http://schemas.openxmlformats.org/drawingml/2006/main" noGrp="1"/>
          </p:cNvSpPr>
          <p:nvPr/>
        </p:nvSpPr>
        <p:spPr>
          <a:xfrm xmlns:a="http://schemas.openxmlformats.org/drawingml/2006/main">
            <a:off x="6505575" y="260032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Account / Access Support</a:t>
            </a:r>
          </a:p>
        </p:txBody>
      </p:sp>
      <p:sp>
        <p:nvSpPr>
          <p:cNvPr id="21" name="">
            <a:extLst xmlns:a="http://schemas.openxmlformats.org/drawingml/2006/main">
              <a:ext uri="{FF2B5EF4-FFF2-40B4-BE49-F238E27FC236}">
                <a16:creationId xmlns:a16="http://schemas.microsoft.com/office/drawing/2014/main" id="{7BCD0567-C34E-4970-A26F-48FC33A642C9}"/>
              </a:ext>
            </a:extLst>
          </p:cNvPr>
          <p:cNvSpPr>
            <a:spLocks xmlns:a="http://schemas.openxmlformats.org/drawingml/2006/main" noGrp="1"/>
          </p:cNvSpPr>
          <p:nvPr/>
        </p:nvSpPr>
        <p:spPr>
          <a:xfrm xmlns:a="http://schemas.openxmlformats.org/drawingml/2006/main">
            <a:off x="6400800" y="31623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Concern Type</a:t>
            </a:r>
          </a:p>
        </p:txBody>
      </p:sp>
      <p:sp>
        <p:nvSpPr>
          <p:cNvPr id="22" name="">
            <a:extLst xmlns:a="http://schemas.openxmlformats.org/drawingml/2006/main">
              <a:ext uri="{FF2B5EF4-FFF2-40B4-BE49-F238E27FC236}">
                <a16:creationId xmlns:a16="http://schemas.microsoft.com/office/drawing/2014/main" id="{8E603B9A-5624-4CE5-A207-66DC356A9B4E}"/>
              </a:ext>
            </a:extLst>
          </p:cNvPr>
          <p:cNvSpPr>
            <a:spLocks xmlns:a="http://schemas.openxmlformats.org/drawingml/2006/main" noGrp="1"/>
          </p:cNvSpPr>
          <p:nvPr/>
        </p:nvSpPr>
        <p:spPr>
          <a:xfrm xmlns:a="http://schemas.openxmlformats.org/drawingml/2006/main">
            <a:off x="6400800" y="33909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3" name="">
            <a:extLst xmlns:a="http://schemas.openxmlformats.org/drawingml/2006/main">
              <a:ext uri="{FF2B5EF4-FFF2-40B4-BE49-F238E27FC236}">
                <a16:creationId xmlns:a16="http://schemas.microsoft.com/office/drawing/2014/main" id="{A1FA627F-49A0-417C-839C-7CA40DFF6AA1}"/>
              </a:ext>
            </a:extLst>
          </p:cNvPr>
          <p:cNvSpPr>
            <a:spLocks xmlns:a="http://schemas.openxmlformats.org/drawingml/2006/main" noGrp="1"/>
          </p:cNvSpPr>
          <p:nvPr/>
        </p:nvSpPr>
        <p:spPr>
          <a:xfrm xmlns:a="http://schemas.openxmlformats.org/drawingml/2006/main">
            <a:off x="6505575" y="34194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Password reset</a:t>
            </a:r>
          </a:p>
        </p:txBody>
      </p:sp>
      <p:sp>
        <p:nvSpPr>
          <p:cNvPr id="24" name="">
            <a:extLst xmlns:a="http://schemas.openxmlformats.org/drawingml/2006/main">
              <a:ext uri="{FF2B5EF4-FFF2-40B4-BE49-F238E27FC236}">
                <a16:creationId xmlns:a16="http://schemas.microsoft.com/office/drawing/2014/main" id="{406FAF7E-B3F9-4EC1-A408-53515714AC14}"/>
              </a:ext>
            </a:extLst>
          </p:cNvPr>
          <p:cNvSpPr>
            <a:spLocks xmlns:a="http://schemas.openxmlformats.org/drawingml/2006/main" noGrp="1"/>
          </p:cNvSpPr>
          <p:nvPr/>
        </p:nvSpPr>
        <p:spPr>
          <a:xfrm xmlns:a="http://schemas.openxmlformats.org/drawingml/2006/main">
            <a:off x="838200" y="4191000"/>
            <a:ext cx="10515600" cy="1038225"/>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2483D15-7A1A-4CF2-A7A7-DD65DF6943FF}"/>
              </a:ext>
            </a:extLst>
          </p:cNvPr>
          <p:cNvSpPr>
            <a:spLocks xmlns:a="http://schemas.openxmlformats.org/drawingml/2006/main" noGrp="1"/>
          </p:cNvSpPr>
          <p:nvPr/>
        </p:nvSpPr>
        <p:spPr>
          <a:xfrm xmlns:a="http://schemas.openxmlformats.org/drawingml/2006/main">
            <a:off x="1085850" y="431482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3F5D"/>
                </a:solidFill>
              </a:defRPr>
            </a:defPPr>
            <a:lvl1pPr algn="l">
              <a:defRPr sz="1650" b="1">
                <a:solidFill>
                  <a:srgbClr val="173F5D"/>
                </a:solidFill>
              </a:defRPr>
            </a:lvl1pPr>
            <a:lvl2pPr algn="l">
              <a:defRPr sz="1650" b="1">
                <a:solidFill>
                  <a:srgbClr val="173F5D"/>
                </a:solidFill>
              </a:defRPr>
            </a:lvl2pPr>
            <a:lvl3pPr algn="l">
              <a:defRPr sz="1650" b="1">
                <a:solidFill>
                  <a:srgbClr val="173F5D"/>
                </a:solidFill>
              </a:defRPr>
            </a:lvl3pPr>
            <a:lvl4pPr algn="l">
              <a:defRPr sz="1650" b="1">
                <a:solidFill>
                  <a:srgbClr val="173F5D"/>
                </a:solidFill>
              </a:defRPr>
            </a:lvl4pPr>
            <a:lvl5pPr algn="l">
              <a:defRPr sz="1650" b="1">
                <a:solidFill>
                  <a:srgbClr val="173F5D"/>
                </a:solidFill>
              </a:defRPr>
            </a:lvl5pPr>
            <a:lvl6pPr algn="l">
              <a:defRPr sz="1650" b="1">
                <a:solidFill>
                  <a:srgbClr val="173F5D"/>
                </a:solidFill>
              </a:defRPr>
            </a:lvl6pPr>
            <a:lvl7pPr algn="l">
              <a:defRPr sz="1650" b="1">
                <a:solidFill>
                  <a:srgbClr val="173F5D"/>
                </a:solidFill>
              </a:defRPr>
            </a:lvl7pPr>
            <a:lvl8pPr algn="l">
              <a:defRPr sz="1650" b="1">
                <a:solidFill>
                  <a:srgbClr val="173F5D"/>
                </a:solidFill>
              </a:defRPr>
            </a:lvl8pPr>
            <a:lvl9pPr algn="l">
              <a:defRPr sz="1650" b="1">
                <a:solidFill>
                  <a:srgbClr val="173F5D"/>
                </a:solidFill>
              </a:defRPr>
            </a:lvl9pPr>
          </a:lstStyle>
          <a:p xmlns:a="http://schemas.openxmlformats.org/drawingml/2006/main">
            <a:pPr algn="l">
              <a:lnSpc>
                <a:spcPct val="106000"/>
              </a:lnSpc>
              <a:buNone/>
              <a:defRPr sz="1650" b="1">
                <a:solidFill>
                  <a:srgbClr val="173F5D"/>
                </a:solidFill>
              </a:defRPr>
            </a:pPr>
            <a:r>
              <a:rPr sz="1650" b="1">
                <a:solidFill>
                  <a:srgbClr val="173F5D"/>
                </a:solidFill>
              </a:rPr>
              <a:t>Select the actual branch, department, and contact details for the request.</a:t>
            </a:r>
          </a:p>
        </p:txBody>
      </p:sp>
      <p:sp>
        <p:nvSpPr>
          <p:cNvPr id="26" name="">
            <a:extLst xmlns:a="http://schemas.openxmlformats.org/drawingml/2006/main">
              <a:ext uri="{FF2B5EF4-FFF2-40B4-BE49-F238E27FC236}">
                <a16:creationId xmlns:a16="http://schemas.microsoft.com/office/drawing/2014/main" id="{F57F6D4C-901B-4302-ACC1-AA6C62779D47}"/>
              </a:ext>
            </a:extLst>
          </p:cNvPr>
          <p:cNvSpPr>
            <a:spLocks xmlns:a="http://schemas.openxmlformats.org/drawingml/2006/main" noGrp="1"/>
          </p:cNvSpPr>
          <p:nvPr/>
        </p:nvSpPr>
        <p:spPr>
          <a:xfrm xmlns:a="http://schemas.openxmlformats.org/drawingml/2006/main">
            <a:off x="1085850" y="471487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The selected device, category, and concern type determine the tailored description fields and auto impact.</a:t>
            </a:r>
          </a:p>
        </p:txBody>
      </p:sp>
    </p:spTree>
    <p:extLst>
      <p:ext uri="{BB962C8B-B14F-4D97-AF65-F5344CB8AC3E}">
        <p14:creationId xmlns:p14="http://schemas.microsoft.com/office/powerpoint/2010/main" val="1166979587"/>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D4678D8-1C04-436F-8766-609BD3A673E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0FDAB7-2717-4E1A-BD57-743AE28B5B64}"/>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example: describe the issue and attach SAAR</a:t>
            </a:r>
          </a:p>
        </p:txBody>
      </p:sp>
      <p:sp>
        <p:nvSpPr>
          <p:cNvPr id="3" name="">
            <a:extLst xmlns:a="http://schemas.openxmlformats.org/drawingml/2006/main">
              <a:ext uri="{FF2B5EF4-FFF2-40B4-BE49-F238E27FC236}">
                <a16:creationId xmlns:a16="http://schemas.microsoft.com/office/drawing/2014/main" id="{51E0BC10-3900-419A-8428-77320A0C250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37C26C-98E4-4E7C-A361-5472DCA1755A}"/>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AF2C0CA7-CD1D-4E33-8F8B-D13999E078CE}"/>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11</a:t>
            </a:r>
          </a:p>
        </p:txBody>
      </p:sp>
      <p:pic>
        <p:nvPicPr>
          <p:cNvPr id="6" name="">
            <a:extLst xmlns:a="http://schemas.openxmlformats.org/drawingml/2006/main">
              <a:ext uri="{FF2B5EF4-FFF2-40B4-BE49-F238E27FC236}">
                <a16:creationId xmlns:a16="http://schemas.microsoft.com/office/drawing/2014/main" id="{EE3DD300-C9BA-4330-8BCE-50870D999F07}"/>
              </a:ext>
            </a:extLst>
          </p:cNvPr>
          <p:cNvPicPr>
            <a:picLocks xmlns:a="http://schemas.openxmlformats.org/drawingml/2006/main" noChangeAspect="1"/>
          </p:cNvPicPr>
          <p:nvPr/>
        </p:nvPicPr>
        <p:blipFill>
          <a:blip xmlns:r="http://schemas.openxmlformats.org/officeDocument/2006/relationships" xmlns:a="http://schemas.openxmlformats.org/drawingml/2006/main" r:embed="R6142f1a054524a1d"/>
          <a:stretch xmlns:a="http://schemas.openxmlformats.org/drawingml/2006/main"/>
        </p:blipFill>
        <p:spPr>
          <a:xfrm xmlns:a="http://schemas.openxmlformats.org/drawingml/2006/main">
            <a:off x="673100" y="1352550"/>
            <a:ext cx="7416800" cy="4171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90E19D-4DB1-49BF-AE1E-36550F2F3AEC}"/>
              </a:ext>
            </a:extLst>
          </p:cNvPr>
          <p:cNvSpPr>
            <a:spLocks xmlns:a="http://schemas.openxmlformats.org/drawingml/2006/main" noGrp="1"/>
          </p:cNvSpPr>
          <p:nvPr/>
        </p:nvSpPr>
        <p:spPr>
          <a:xfrm xmlns:a="http://schemas.openxmlformats.org/drawingml/2006/main">
            <a:off x="8420100" y="1562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SAMPLE ANSWERS</a:t>
            </a:r>
          </a:p>
        </p:txBody>
      </p:sp>
      <p:sp>
        <p:nvSpPr>
          <p:cNvPr id="8" name="">
            <a:extLst xmlns:a="http://schemas.openxmlformats.org/drawingml/2006/main">
              <a:ext uri="{FF2B5EF4-FFF2-40B4-BE49-F238E27FC236}">
                <a16:creationId xmlns:a16="http://schemas.microsoft.com/office/drawing/2014/main" id="{8B46A080-F0FB-422D-BBB9-95B9764C0AEC}"/>
              </a:ext>
            </a:extLst>
          </p:cNvPr>
          <p:cNvSpPr>
            <a:spLocks xmlns:a="http://schemas.openxmlformats.org/drawingml/2006/main" noGrp="1"/>
          </p:cNvSpPr>
          <p:nvPr/>
        </p:nvSpPr>
        <p:spPr>
          <a:xfrm xmlns:a="http://schemas.openxmlformats.org/drawingml/2006/main">
            <a:off x="8439150" y="200977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System / Account</a:t>
            </a:r>
          </a:p>
        </p:txBody>
      </p:sp>
      <p:sp>
        <p:nvSpPr>
          <p:cNvPr id="9" name="">
            <a:extLst xmlns:a="http://schemas.openxmlformats.org/drawingml/2006/main">
              <a:ext uri="{FF2B5EF4-FFF2-40B4-BE49-F238E27FC236}">
                <a16:creationId xmlns:a16="http://schemas.microsoft.com/office/drawing/2014/main" id="{734C7489-4588-486C-929D-CB5F6AF4749E}"/>
              </a:ext>
            </a:extLst>
          </p:cNvPr>
          <p:cNvSpPr>
            <a:spLocks xmlns:a="http://schemas.openxmlformats.org/drawingml/2006/main" noGrp="1"/>
          </p:cNvSpPr>
          <p:nvPr/>
        </p:nvSpPr>
        <p:spPr>
          <a:xfrm xmlns:a="http://schemas.openxmlformats.org/drawingml/2006/main">
            <a:off x="9620250" y="19716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MBWin / Sky360</a:t>
            </a:r>
          </a:p>
        </p:txBody>
      </p:sp>
      <p:sp>
        <p:nvSpPr>
          <p:cNvPr id="10" name="">
            <a:extLst xmlns:a="http://schemas.openxmlformats.org/drawingml/2006/main">
              <a:ext uri="{FF2B5EF4-FFF2-40B4-BE49-F238E27FC236}">
                <a16:creationId xmlns:a16="http://schemas.microsoft.com/office/drawing/2014/main" id="{86B3CB07-9DC2-4C41-9B48-E4C1B523B9BD}"/>
              </a:ext>
            </a:extLst>
          </p:cNvPr>
          <p:cNvSpPr>
            <a:spLocks xmlns:a="http://schemas.openxmlformats.org/drawingml/2006/main" noGrp="1"/>
          </p:cNvSpPr>
          <p:nvPr/>
        </p:nvSpPr>
        <p:spPr>
          <a:xfrm xmlns:a="http://schemas.openxmlformats.org/drawingml/2006/main">
            <a:off x="8439150" y="252412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User ID</a:t>
            </a:r>
          </a:p>
        </p:txBody>
      </p:sp>
      <p:sp>
        <p:nvSpPr>
          <p:cNvPr id="11" name="">
            <a:extLst xmlns:a="http://schemas.openxmlformats.org/drawingml/2006/main">
              <a:ext uri="{FF2B5EF4-FFF2-40B4-BE49-F238E27FC236}">
                <a16:creationId xmlns:a16="http://schemas.microsoft.com/office/drawing/2014/main" id="{9DBC45EE-2B1D-440E-9FF0-83340F4EC2ED}"/>
              </a:ext>
            </a:extLst>
          </p:cNvPr>
          <p:cNvSpPr>
            <a:spLocks xmlns:a="http://schemas.openxmlformats.org/drawingml/2006/main" noGrp="1"/>
          </p:cNvSpPr>
          <p:nvPr/>
        </p:nvSpPr>
        <p:spPr>
          <a:xfrm xmlns:a="http://schemas.openxmlformats.org/drawingml/2006/main">
            <a:off x="9620250" y="24860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[Demo employee ID]</a:t>
            </a:r>
          </a:p>
        </p:txBody>
      </p:sp>
      <p:sp>
        <p:nvSpPr>
          <p:cNvPr id="12" name="">
            <a:extLst xmlns:a="http://schemas.openxmlformats.org/drawingml/2006/main">
              <a:ext uri="{FF2B5EF4-FFF2-40B4-BE49-F238E27FC236}">
                <a16:creationId xmlns:a16="http://schemas.microsoft.com/office/drawing/2014/main" id="{484ADB50-9EAD-4642-A38B-97FF019F7A91}"/>
              </a:ext>
            </a:extLst>
          </p:cNvPr>
          <p:cNvSpPr>
            <a:spLocks xmlns:a="http://schemas.openxmlformats.org/drawingml/2006/main" noGrp="1"/>
          </p:cNvSpPr>
          <p:nvPr/>
        </p:nvSpPr>
        <p:spPr>
          <a:xfrm xmlns:a="http://schemas.openxmlformats.org/drawingml/2006/main">
            <a:off x="8439150" y="303847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Access needed</a:t>
            </a:r>
          </a:p>
        </p:txBody>
      </p:sp>
      <p:sp>
        <p:nvSpPr>
          <p:cNvPr id="13" name="">
            <a:extLst xmlns:a="http://schemas.openxmlformats.org/drawingml/2006/main">
              <a:ext uri="{FF2B5EF4-FFF2-40B4-BE49-F238E27FC236}">
                <a16:creationId xmlns:a16="http://schemas.microsoft.com/office/drawing/2014/main" id="{CBF3E495-8B8E-4BE1-AD45-719C326922EF}"/>
              </a:ext>
            </a:extLst>
          </p:cNvPr>
          <p:cNvSpPr>
            <a:spLocks xmlns:a="http://schemas.openxmlformats.org/drawingml/2006/main" noGrp="1"/>
          </p:cNvSpPr>
          <p:nvPr/>
        </p:nvSpPr>
        <p:spPr>
          <a:xfrm xmlns:a="http://schemas.openxmlformats.org/drawingml/2006/main">
            <a:off x="9620250" y="30003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Password reset</a:t>
            </a:r>
          </a:p>
        </p:txBody>
      </p:sp>
      <p:sp>
        <p:nvSpPr>
          <p:cNvPr id="14" name="">
            <a:extLst xmlns:a="http://schemas.openxmlformats.org/drawingml/2006/main">
              <a:ext uri="{FF2B5EF4-FFF2-40B4-BE49-F238E27FC236}">
                <a16:creationId xmlns:a16="http://schemas.microsoft.com/office/drawing/2014/main" id="{DAA13D9D-C988-429B-A0C3-1A74384B32A4}"/>
              </a:ext>
            </a:extLst>
          </p:cNvPr>
          <p:cNvSpPr>
            <a:spLocks xmlns:a="http://schemas.openxmlformats.org/drawingml/2006/main" noGrp="1"/>
          </p:cNvSpPr>
          <p:nvPr/>
        </p:nvSpPr>
        <p:spPr>
          <a:xfrm xmlns:a="http://schemas.openxmlformats.org/drawingml/2006/main">
            <a:off x="8439150" y="355282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What happened</a:t>
            </a:r>
          </a:p>
        </p:txBody>
      </p:sp>
      <p:sp>
        <p:nvSpPr>
          <p:cNvPr id="15" name="">
            <a:extLst xmlns:a="http://schemas.openxmlformats.org/drawingml/2006/main">
              <a:ext uri="{FF2B5EF4-FFF2-40B4-BE49-F238E27FC236}">
                <a16:creationId xmlns:a16="http://schemas.microsoft.com/office/drawing/2014/main" id="{07D27EB2-508F-48C7-96F4-B08A320A1A37}"/>
              </a:ext>
            </a:extLst>
          </p:cNvPr>
          <p:cNvSpPr>
            <a:spLocks xmlns:a="http://schemas.openxmlformats.org/drawingml/2006/main" noGrp="1"/>
          </p:cNvSpPr>
          <p:nvPr/>
        </p:nvSpPr>
        <p:spPr>
          <a:xfrm xmlns:a="http://schemas.openxmlformats.org/drawingml/2006/main">
            <a:off x="9620250" y="35147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Locked after failed sign-ins</a:t>
            </a:r>
          </a:p>
        </p:txBody>
      </p:sp>
      <p:sp>
        <p:nvSpPr>
          <p:cNvPr id="16" name="">
            <a:extLst xmlns:a="http://schemas.openxmlformats.org/drawingml/2006/main">
              <a:ext uri="{FF2B5EF4-FFF2-40B4-BE49-F238E27FC236}">
                <a16:creationId xmlns:a16="http://schemas.microsoft.com/office/drawing/2014/main" id="{1213EFDC-6F61-4092-BDEF-0D13E7E42AE5}"/>
              </a:ext>
            </a:extLst>
          </p:cNvPr>
          <p:cNvSpPr>
            <a:spLocks xmlns:a="http://schemas.openxmlformats.org/drawingml/2006/main" noGrp="1"/>
          </p:cNvSpPr>
          <p:nvPr/>
        </p:nvSpPr>
        <p:spPr>
          <a:xfrm xmlns:a="http://schemas.openxmlformats.org/drawingml/2006/main">
            <a:off x="8439150" y="406717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AnyDesk</a:t>
            </a:r>
          </a:p>
        </p:txBody>
      </p:sp>
      <p:sp>
        <p:nvSpPr>
          <p:cNvPr id="17" name="">
            <a:extLst xmlns:a="http://schemas.openxmlformats.org/drawingml/2006/main">
              <a:ext uri="{FF2B5EF4-FFF2-40B4-BE49-F238E27FC236}">
                <a16:creationId xmlns:a16="http://schemas.microsoft.com/office/drawing/2014/main" id="{7E0A0CCC-FF0D-4742-99A1-52B661FF7A78}"/>
              </a:ext>
            </a:extLst>
          </p:cNvPr>
          <p:cNvSpPr>
            <a:spLocks xmlns:a="http://schemas.openxmlformats.org/drawingml/2006/main" noGrp="1"/>
          </p:cNvSpPr>
          <p:nvPr/>
        </p:nvSpPr>
        <p:spPr>
          <a:xfrm xmlns:a="http://schemas.openxmlformats.org/drawingml/2006/main">
            <a:off x="9620250" y="40290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[Your AnyDesk number]</a:t>
            </a:r>
          </a:p>
        </p:txBody>
      </p:sp>
      <p:sp>
        <p:nvSpPr>
          <p:cNvPr id="18" name="">
            <a:extLst xmlns:a="http://schemas.openxmlformats.org/drawingml/2006/main">
              <a:ext uri="{FF2B5EF4-FFF2-40B4-BE49-F238E27FC236}">
                <a16:creationId xmlns:a16="http://schemas.microsoft.com/office/drawing/2014/main" id="{91E813C8-EB43-47B9-A74D-432B7CA2C112}"/>
              </a:ext>
            </a:extLst>
          </p:cNvPr>
          <p:cNvSpPr>
            <a:spLocks xmlns:a="http://schemas.openxmlformats.org/drawingml/2006/main" noGrp="1"/>
          </p:cNvSpPr>
          <p:nvPr/>
        </p:nvSpPr>
        <p:spPr>
          <a:xfrm xmlns:a="http://schemas.openxmlformats.org/drawingml/2006/main">
            <a:off x="8429625" y="4714875"/>
            <a:ext cx="3009900" cy="647700"/>
          </a:xfrm>
          <a:prstGeom xmlns:a="http://schemas.openxmlformats.org/drawingml/2006/main" prst="rect">
            <a:avLst/>
          </a:prstGeom>
          <a:solidFill xmlns:a="http://schemas.openxmlformats.org/drawingml/2006/main">
            <a:srgbClr val="FFF1E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7AF282B-F4DB-49A5-BA59-33BEDBBAEB41}"/>
              </a:ext>
            </a:extLst>
          </p:cNvPr>
          <p:cNvSpPr>
            <a:spLocks xmlns:a="http://schemas.openxmlformats.org/drawingml/2006/main" noGrp="1"/>
          </p:cNvSpPr>
          <p:nvPr/>
        </p:nvSpPr>
        <p:spPr>
          <a:xfrm xmlns:a="http://schemas.openxmlformats.org/drawingml/2006/main">
            <a:off x="8572500" y="4772025"/>
            <a:ext cx="2705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112E43"/>
                </a:solidFill>
              </a:defRPr>
            </a:defPPr>
            <a:lvl1pPr algn="ctr">
              <a:defRPr sz="1275" b="1">
                <a:solidFill>
                  <a:srgbClr val="112E43"/>
                </a:solidFill>
              </a:defRPr>
            </a:lvl1pPr>
            <a:lvl2pPr algn="ctr">
              <a:defRPr sz="1275" b="1">
                <a:solidFill>
                  <a:srgbClr val="112E43"/>
                </a:solidFill>
              </a:defRPr>
            </a:lvl2pPr>
            <a:lvl3pPr algn="ctr">
              <a:defRPr sz="1275" b="1">
                <a:solidFill>
                  <a:srgbClr val="112E43"/>
                </a:solidFill>
              </a:defRPr>
            </a:lvl3pPr>
            <a:lvl4pPr algn="ctr">
              <a:defRPr sz="1275" b="1">
                <a:solidFill>
                  <a:srgbClr val="112E43"/>
                </a:solidFill>
              </a:defRPr>
            </a:lvl4pPr>
            <a:lvl5pPr algn="ctr">
              <a:defRPr sz="1275" b="1">
                <a:solidFill>
                  <a:srgbClr val="112E43"/>
                </a:solidFill>
              </a:defRPr>
            </a:lvl5pPr>
            <a:lvl6pPr algn="ctr">
              <a:defRPr sz="1275" b="1">
                <a:solidFill>
                  <a:srgbClr val="112E43"/>
                </a:solidFill>
              </a:defRPr>
            </a:lvl6pPr>
            <a:lvl7pPr algn="ctr">
              <a:defRPr sz="1275" b="1">
                <a:solidFill>
                  <a:srgbClr val="112E43"/>
                </a:solidFill>
              </a:defRPr>
            </a:lvl7pPr>
            <a:lvl8pPr algn="ctr">
              <a:defRPr sz="1275" b="1">
                <a:solidFill>
                  <a:srgbClr val="112E43"/>
                </a:solidFill>
              </a:defRPr>
            </a:lvl8pPr>
            <a:lvl9pPr algn="ctr">
              <a:defRPr sz="1275" b="1">
                <a:solidFill>
                  <a:srgbClr val="112E43"/>
                </a:solidFill>
              </a:defRPr>
            </a:lvl9pPr>
          </a:lstStyle>
          <a:p xmlns:a="http://schemas.openxmlformats.org/drawingml/2006/main">
            <a:pPr algn="ctr">
              <a:lnSpc>
                <a:spcPct val="106000"/>
              </a:lnSpc>
              <a:buNone/>
              <a:defRPr sz="1275" b="1">
                <a:solidFill>
                  <a:srgbClr val="112E43"/>
                </a:solidFill>
              </a:defRPr>
            </a:pPr>
            <a:r>
              <a:rPr sz="1275" b="1">
                <a:solidFill>
                  <a:srgbClr val="112E43"/>
                </a:solidFill>
              </a:rPr>
              <a:t>Attach approved SAAR PDF</a:t>
            </a:r>
          </a:p>
        </p:txBody>
      </p:sp>
      <p:sp>
        <p:nvSpPr>
          <p:cNvPr id="20" name="">
            <a:extLst xmlns:a="http://schemas.openxmlformats.org/drawingml/2006/main">
              <a:ext uri="{FF2B5EF4-FFF2-40B4-BE49-F238E27FC236}">
                <a16:creationId xmlns:a16="http://schemas.microsoft.com/office/drawing/2014/main" id="{140E025C-0CE4-4D5E-813A-16702452469A}"/>
              </a:ext>
            </a:extLst>
          </p:cNvPr>
          <p:cNvSpPr>
            <a:spLocks xmlns:a="http://schemas.openxmlformats.org/drawingml/2006/main" noGrp="1"/>
          </p:cNvSpPr>
          <p:nvPr/>
        </p:nvSpPr>
        <p:spPr>
          <a:xfrm xmlns:a="http://schemas.openxmlformats.org/drawingml/2006/main">
            <a:off x="8572500" y="502920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36B79"/>
                </a:solidFill>
              </a:defRPr>
            </a:defPPr>
            <a:lvl1pPr algn="ctr">
              <a:defRPr sz="1125" b="0">
                <a:solidFill>
                  <a:srgbClr val="536B79"/>
                </a:solidFill>
              </a:defRPr>
            </a:lvl1pPr>
            <a:lvl2pPr algn="ctr">
              <a:defRPr sz="1125" b="0">
                <a:solidFill>
                  <a:srgbClr val="536B79"/>
                </a:solidFill>
              </a:defRPr>
            </a:lvl2pPr>
            <a:lvl3pPr algn="ctr">
              <a:defRPr sz="1125" b="0">
                <a:solidFill>
                  <a:srgbClr val="536B79"/>
                </a:solidFill>
              </a:defRPr>
            </a:lvl3pPr>
            <a:lvl4pPr algn="ctr">
              <a:defRPr sz="1125" b="0">
                <a:solidFill>
                  <a:srgbClr val="536B79"/>
                </a:solidFill>
              </a:defRPr>
            </a:lvl4pPr>
            <a:lvl5pPr algn="ctr">
              <a:defRPr sz="1125" b="0">
                <a:solidFill>
                  <a:srgbClr val="536B79"/>
                </a:solidFill>
              </a:defRPr>
            </a:lvl5pPr>
            <a:lvl6pPr algn="ctr">
              <a:defRPr sz="1125" b="0">
                <a:solidFill>
                  <a:srgbClr val="536B79"/>
                </a:solidFill>
              </a:defRPr>
            </a:lvl6pPr>
            <a:lvl7pPr algn="ctr">
              <a:defRPr sz="1125" b="0">
                <a:solidFill>
                  <a:srgbClr val="536B79"/>
                </a:solidFill>
              </a:defRPr>
            </a:lvl7pPr>
            <a:lvl8pPr algn="ctr">
              <a:defRPr sz="1125" b="0">
                <a:solidFill>
                  <a:srgbClr val="536B79"/>
                </a:solidFill>
              </a:defRPr>
            </a:lvl8pPr>
            <a:lvl9pPr algn="ctr">
              <a:defRPr sz="1125" b="0">
                <a:solidFill>
                  <a:srgbClr val="536B79"/>
                </a:solidFill>
              </a:defRPr>
            </a:lvl9pPr>
          </a:lstStyle>
          <a:p xmlns:a="http://schemas.openxmlformats.org/drawingml/2006/main">
            <a:pPr algn="ctr">
              <a:lnSpc>
                <a:spcPct val="106000"/>
              </a:lnSpc>
              <a:buNone/>
              <a:defRPr sz="1125" b="0">
                <a:solidFill>
                  <a:srgbClr val="536B79"/>
                </a:solidFill>
              </a:defRPr>
            </a:pPr>
            <a:r>
              <a:rPr sz="1125" b="0">
                <a:solidFill>
                  <a:srgbClr val="536B79"/>
                </a:solidFill>
              </a:rPr>
              <a:t>SAAR limit: 4 MB</a:t>
            </a:r>
          </a:p>
        </p:txBody>
      </p:sp>
    </p:spTree>
    <p:extLst>
      <p:ext uri="{BB962C8B-B14F-4D97-AF65-F5344CB8AC3E}">
        <p14:creationId xmlns:p14="http://schemas.microsoft.com/office/powerpoint/2010/main" val="2092379620"/>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B6BC13E-5321-48CB-9BBC-05D7817887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4FEF18-9641-48F9-BD3A-A4BB8D659210}"/>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Auto impact and attachment rules</a:t>
            </a:r>
          </a:p>
        </p:txBody>
      </p:sp>
      <p:sp>
        <p:nvSpPr>
          <p:cNvPr id="3" name="">
            <a:extLst xmlns:a="http://schemas.openxmlformats.org/drawingml/2006/main">
              <a:ext uri="{FF2B5EF4-FFF2-40B4-BE49-F238E27FC236}">
                <a16:creationId xmlns:a16="http://schemas.microsoft.com/office/drawing/2014/main" id="{41C03B57-C6F2-4ED8-8F99-42DB9471981C}"/>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579D73-AA2E-4E37-B35F-FE60E0D4BF73}"/>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D9A0AF8F-92AB-448B-A6EC-219E14F1ED8C}"/>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12</a:t>
            </a:r>
          </a:p>
        </p:txBody>
      </p:sp>
      <p:pic>
        <p:nvPicPr>
          <p:cNvPr id="6" name="">
            <a:extLst xmlns:a="http://schemas.openxmlformats.org/drawingml/2006/main">
              <a:ext uri="{FF2B5EF4-FFF2-40B4-BE49-F238E27FC236}">
                <a16:creationId xmlns:a16="http://schemas.microsoft.com/office/drawing/2014/main" id="{8F11F940-2B48-4E77-A7C2-18F332E4489B}"/>
              </a:ext>
            </a:extLst>
          </p:cNvPr>
          <p:cNvPicPr>
            <a:picLocks xmlns:a="http://schemas.openxmlformats.org/drawingml/2006/main" noChangeAspect="1"/>
          </p:cNvPicPr>
          <p:nvPr/>
        </p:nvPicPr>
        <p:blipFill>
          <a:blip xmlns:r="http://schemas.openxmlformats.org/officeDocument/2006/relationships" xmlns:a="http://schemas.openxmlformats.org/drawingml/2006/main" r:embed="R1d9d8f31489f4904"/>
          <a:stretch xmlns:a="http://schemas.openxmlformats.org/drawingml/2006/main"/>
        </p:blipFill>
        <p:spPr>
          <a:xfrm xmlns:a="http://schemas.openxmlformats.org/drawingml/2006/main">
            <a:off x="666750" y="1400473"/>
            <a:ext cx="7381875" cy="415230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FD2B858-1386-430F-8FB7-BDBF0FDCB728}"/>
              </a:ext>
            </a:extLst>
          </p:cNvPr>
          <p:cNvSpPr>
            <a:spLocks xmlns:a="http://schemas.openxmlformats.org/drawingml/2006/main" noGrp="1"/>
          </p:cNvSpPr>
          <p:nvPr/>
        </p:nvSpPr>
        <p:spPr>
          <a:xfrm xmlns:a="http://schemas.openxmlformats.org/drawingml/2006/main">
            <a:off x="5038725" y="3324225"/>
            <a:ext cx="1200150" cy="228600"/>
          </a:xfrm>
          <a:prstGeom xmlns:a="http://schemas.openxmlformats.org/drawingml/2006/main" prst="rect">
            <a:avLst/>
          </a:prstGeom>
          <a:solidFill xmlns:a="http://schemas.openxmlformats.org/drawingml/2006/main">
            <a:srgbClr val="FFFFFF"/>
          </a:solidFill>
          <a:ln xmlns:a="http://schemas.openxmlformats.org/drawingml/2006/main" w="5715">
            <a:solidFill>
              <a:srgbClr val="DCE5EA"/>
            </a:solidFill>
            <a:prstDash val="solid"/>
          </a:ln>
        </p:spPr>
      </p:sp>
      <p:sp>
        <p:nvSpPr>
          <p:cNvPr id="8" name="">
            <a:extLst xmlns:a="http://schemas.openxmlformats.org/drawingml/2006/main">
              <a:ext uri="{FF2B5EF4-FFF2-40B4-BE49-F238E27FC236}">
                <a16:creationId xmlns:a16="http://schemas.microsoft.com/office/drawing/2014/main" id="{B316751E-C2A8-48FB-B975-9F9FCE59F4B2}"/>
              </a:ext>
            </a:extLst>
          </p:cNvPr>
          <p:cNvSpPr>
            <a:spLocks xmlns:a="http://schemas.openxmlformats.org/drawingml/2006/main" noGrp="1"/>
          </p:cNvSpPr>
          <p:nvPr/>
        </p:nvSpPr>
        <p:spPr>
          <a:xfrm xmlns:a="http://schemas.openxmlformats.org/drawingml/2006/main">
            <a:off x="5086350" y="332422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536B79"/>
                </a:solidFill>
              </a:defRPr>
            </a:defPPr>
            <a:lvl1pPr algn="l">
              <a:defRPr sz="750" b="0">
                <a:solidFill>
                  <a:srgbClr val="536B79"/>
                </a:solidFill>
              </a:defRPr>
            </a:lvl1pPr>
            <a:lvl2pPr algn="l">
              <a:defRPr sz="750" b="0">
                <a:solidFill>
                  <a:srgbClr val="536B79"/>
                </a:solidFill>
              </a:defRPr>
            </a:lvl2pPr>
            <a:lvl3pPr algn="l">
              <a:defRPr sz="750" b="0">
                <a:solidFill>
                  <a:srgbClr val="536B79"/>
                </a:solidFill>
              </a:defRPr>
            </a:lvl3pPr>
            <a:lvl4pPr algn="l">
              <a:defRPr sz="750" b="0">
                <a:solidFill>
                  <a:srgbClr val="536B79"/>
                </a:solidFill>
              </a:defRPr>
            </a:lvl4pPr>
            <a:lvl5pPr algn="l">
              <a:defRPr sz="750" b="0">
                <a:solidFill>
                  <a:srgbClr val="536B79"/>
                </a:solidFill>
              </a:defRPr>
            </a:lvl5pPr>
            <a:lvl6pPr algn="l">
              <a:defRPr sz="750" b="0">
                <a:solidFill>
                  <a:srgbClr val="536B79"/>
                </a:solidFill>
              </a:defRPr>
            </a:lvl6pPr>
            <a:lvl7pPr algn="l">
              <a:defRPr sz="750" b="0">
                <a:solidFill>
                  <a:srgbClr val="536B79"/>
                </a:solidFill>
              </a:defRPr>
            </a:lvl7pPr>
            <a:lvl8pPr algn="l">
              <a:defRPr sz="750" b="0">
                <a:solidFill>
                  <a:srgbClr val="536B79"/>
                </a:solidFill>
              </a:defRPr>
            </a:lvl8pPr>
            <a:lvl9pPr algn="l">
              <a:defRPr sz="750" b="0">
                <a:solidFill>
                  <a:srgbClr val="536B79"/>
                </a:solidFill>
              </a:defRPr>
            </a:lvl9pPr>
          </a:lstStyle>
          <a:p xmlns:a="http://schemas.openxmlformats.org/drawingml/2006/main">
            <a:pPr algn="l">
              <a:lnSpc>
                <a:spcPct val="106000"/>
              </a:lnSpc>
              <a:buNone/>
              <a:defRPr sz="750" b="0">
                <a:solidFill>
                  <a:srgbClr val="536B79"/>
                </a:solidFill>
              </a:defRPr>
            </a:pPr>
            <a:r>
              <a:rPr sz="750" b="0">
                <a:solidFill>
                  <a:srgbClr val="536B79"/>
                </a:solidFill>
              </a:rPr>
              <a:t>[Demo contact]</a:t>
            </a:r>
          </a:p>
        </p:txBody>
      </p:sp>
      <p:sp>
        <p:nvSpPr>
          <p:cNvPr id="9" name="">
            <a:extLst xmlns:a="http://schemas.openxmlformats.org/drawingml/2006/main">
              <a:ext uri="{FF2B5EF4-FFF2-40B4-BE49-F238E27FC236}">
                <a16:creationId xmlns:a16="http://schemas.microsoft.com/office/drawing/2014/main" id="{E669B17D-9763-444B-8909-541B257820F8}"/>
              </a:ext>
            </a:extLst>
          </p:cNvPr>
          <p:cNvSpPr>
            <a:spLocks xmlns:a="http://schemas.openxmlformats.org/drawingml/2006/main" noGrp="1"/>
          </p:cNvSpPr>
          <p:nvPr/>
        </p:nvSpPr>
        <p:spPr>
          <a:xfrm xmlns:a="http://schemas.openxmlformats.org/drawingml/2006/main">
            <a:off x="8458200" y="16287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SAMPLE RESULT</a:t>
            </a:r>
          </a:p>
        </p:txBody>
      </p:sp>
      <p:sp>
        <p:nvSpPr>
          <p:cNvPr id="10" name="">
            <a:extLst xmlns:a="http://schemas.openxmlformats.org/drawingml/2006/main">
              <a:ext uri="{FF2B5EF4-FFF2-40B4-BE49-F238E27FC236}">
                <a16:creationId xmlns:a16="http://schemas.microsoft.com/office/drawing/2014/main" id="{B3700E21-53F1-4A66-917D-D02B47616DC1}"/>
              </a:ext>
            </a:extLst>
          </p:cNvPr>
          <p:cNvSpPr>
            <a:spLocks xmlns:a="http://schemas.openxmlformats.org/drawingml/2006/main" noGrp="1"/>
          </p:cNvSpPr>
          <p:nvPr/>
        </p:nvSpPr>
        <p:spPr>
          <a:xfrm xmlns:a="http://schemas.openxmlformats.org/drawingml/2006/main">
            <a:off x="8467725" y="2009775"/>
            <a:ext cx="2857500" cy="73342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8DB54C-719E-4894-ABE0-C7A2875CFBD3}"/>
              </a:ext>
            </a:extLst>
          </p:cNvPr>
          <p:cNvSpPr>
            <a:spLocks xmlns:a="http://schemas.openxmlformats.org/drawingml/2006/main" noGrp="1"/>
          </p:cNvSpPr>
          <p:nvPr/>
        </p:nvSpPr>
        <p:spPr>
          <a:xfrm xmlns:a="http://schemas.openxmlformats.org/drawingml/2006/main">
            <a:off x="8610600" y="2085975"/>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325" b="1">
                <a:solidFill>
                  <a:srgbClr val="173F5D"/>
                </a:solidFill>
              </a:defRPr>
            </a:defPPr>
            <a:lvl1pPr algn="ctr">
              <a:defRPr sz="2325" b="1">
                <a:solidFill>
                  <a:srgbClr val="173F5D"/>
                </a:solidFill>
              </a:defRPr>
            </a:lvl1pPr>
            <a:lvl2pPr algn="ctr">
              <a:defRPr sz="2325" b="1">
                <a:solidFill>
                  <a:srgbClr val="173F5D"/>
                </a:solidFill>
              </a:defRPr>
            </a:lvl2pPr>
            <a:lvl3pPr algn="ctr">
              <a:defRPr sz="2325" b="1">
                <a:solidFill>
                  <a:srgbClr val="173F5D"/>
                </a:solidFill>
              </a:defRPr>
            </a:lvl3pPr>
            <a:lvl4pPr algn="ctr">
              <a:defRPr sz="2325" b="1">
                <a:solidFill>
                  <a:srgbClr val="173F5D"/>
                </a:solidFill>
              </a:defRPr>
            </a:lvl4pPr>
            <a:lvl5pPr algn="ctr">
              <a:defRPr sz="2325" b="1">
                <a:solidFill>
                  <a:srgbClr val="173F5D"/>
                </a:solidFill>
              </a:defRPr>
            </a:lvl5pPr>
            <a:lvl6pPr algn="ctr">
              <a:defRPr sz="2325" b="1">
                <a:solidFill>
                  <a:srgbClr val="173F5D"/>
                </a:solidFill>
              </a:defRPr>
            </a:lvl6pPr>
            <a:lvl7pPr algn="ctr">
              <a:defRPr sz="2325" b="1">
                <a:solidFill>
                  <a:srgbClr val="173F5D"/>
                </a:solidFill>
              </a:defRPr>
            </a:lvl7pPr>
            <a:lvl8pPr algn="ctr">
              <a:defRPr sz="2325" b="1">
                <a:solidFill>
                  <a:srgbClr val="173F5D"/>
                </a:solidFill>
              </a:defRPr>
            </a:lvl8pPr>
            <a:lvl9pPr algn="ctr">
              <a:defRPr sz="2325" b="1">
                <a:solidFill>
                  <a:srgbClr val="173F5D"/>
                </a:solidFill>
              </a:defRPr>
            </a:lvl9pPr>
          </a:lstStyle>
          <a:p xmlns:a="http://schemas.openxmlformats.org/drawingml/2006/main">
            <a:pPr algn="ctr">
              <a:lnSpc>
                <a:spcPct val="106000"/>
              </a:lnSpc>
              <a:buNone/>
              <a:defRPr sz="2325" b="1">
                <a:solidFill>
                  <a:srgbClr val="173F5D"/>
                </a:solidFill>
              </a:defRPr>
            </a:pPr>
            <a:r>
              <a:rPr sz="2325" b="1">
                <a:solidFill>
                  <a:srgbClr val="173F5D"/>
                </a:solidFill>
              </a:rPr>
              <a:t>MEDIUM</a:t>
            </a:r>
          </a:p>
        </p:txBody>
      </p:sp>
      <p:sp>
        <p:nvSpPr>
          <p:cNvPr id="12" name="">
            <a:extLst xmlns:a="http://schemas.openxmlformats.org/drawingml/2006/main">
              <a:ext uri="{FF2B5EF4-FFF2-40B4-BE49-F238E27FC236}">
                <a16:creationId xmlns:a16="http://schemas.microsoft.com/office/drawing/2014/main" id="{91B2234C-181A-4DA3-AB4A-6D2B04D32B37}"/>
              </a:ext>
            </a:extLst>
          </p:cNvPr>
          <p:cNvSpPr>
            <a:spLocks xmlns:a="http://schemas.openxmlformats.org/drawingml/2006/main" noGrp="1"/>
          </p:cNvSpPr>
          <p:nvPr/>
        </p:nvSpPr>
        <p:spPr>
          <a:xfrm xmlns:a="http://schemas.openxmlformats.org/drawingml/2006/main">
            <a:off x="8458200" y="303847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F83417A-22D1-4CEC-872A-001FE97004B5}"/>
              </a:ext>
            </a:extLst>
          </p:cNvPr>
          <p:cNvSpPr>
            <a:spLocks xmlns:a="http://schemas.openxmlformats.org/drawingml/2006/main" noGrp="1"/>
          </p:cNvSpPr>
          <p:nvPr/>
        </p:nvSpPr>
        <p:spPr>
          <a:xfrm xmlns:a="http://schemas.openxmlformats.org/drawingml/2006/main">
            <a:off x="8458200" y="30384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14" name="">
            <a:extLst xmlns:a="http://schemas.openxmlformats.org/drawingml/2006/main">
              <a:ext uri="{FF2B5EF4-FFF2-40B4-BE49-F238E27FC236}">
                <a16:creationId xmlns:a16="http://schemas.microsoft.com/office/drawing/2014/main" id="{31035D4D-D83F-4BD1-A4CA-54D39602E484}"/>
              </a:ext>
            </a:extLst>
          </p:cNvPr>
          <p:cNvSpPr>
            <a:spLocks xmlns:a="http://schemas.openxmlformats.org/drawingml/2006/main" noGrp="1"/>
          </p:cNvSpPr>
          <p:nvPr/>
        </p:nvSpPr>
        <p:spPr>
          <a:xfrm xmlns:a="http://schemas.openxmlformats.org/drawingml/2006/main">
            <a:off x="8972550" y="300037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Auto-calculated</a:t>
            </a:r>
          </a:p>
        </p:txBody>
      </p:sp>
      <p:sp>
        <p:nvSpPr>
          <p:cNvPr id="15" name="">
            <a:extLst xmlns:a="http://schemas.openxmlformats.org/drawingml/2006/main">
              <a:ext uri="{FF2B5EF4-FFF2-40B4-BE49-F238E27FC236}">
                <a16:creationId xmlns:a16="http://schemas.microsoft.com/office/drawing/2014/main" id="{0352B023-26F4-49B0-8857-59FEBBD4CB9E}"/>
              </a:ext>
            </a:extLst>
          </p:cNvPr>
          <p:cNvSpPr>
            <a:spLocks xmlns:a="http://schemas.openxmlformats.org/drawingml/2006/main" noGrp="1"/>
          </p:cNvSpPr>
          <p:nvPr/>
        </p:nvSpPr>
        <p:spPr>
          <a:xfrm xmlns:a="http://schemas.openxmlformats.org/drawingml/2006/main">
            <a:off x="8972550" y="3362325"/>
            <a:ext cx="2314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Employees do not select the impact level.</a:t>
            </a:r>
          </a:p>
        </p:txBody>
      </p:sp>
      <p:sp>
        <p:nvSpPr>
          <p:cNvPr id="16" name="">
            <a:extLst xmlns:a="http://schemas.openxmlformats.org/drawingml/2006/main">
              <a:ext uri="{FF2B5EF4-FFF2-40B4-BE49-F238E27FC236}">
                <a16:creationId xmlns:a16="http://schemas.microsoft.com/office/drawing/2014/main" id="{52DDA77A-4943-4B35-B3EA-7DC3F403AAA9}"/>
              </a:ext>
            </a:extLst>
          </p:cNvPr>
          <p:cNvSpPr>
            <a:spLocks xmlns:a="http://schemas.openxmlformats.org/drawingml/2006/main" noGrp="1"/>
          </p:cNvSpPr>
          <p:nvPr/>
        </p:nvSpPr>
        <p:spPr>
          <a:xfrm xmlns:a="http://schemas.openxmlformats.org/drawingml/2006/main">
            <a:off x="8458200" y="40862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DD87AF-D699-4B40-8DA3-1F924BB3B950}"/>
              </a:ext>
            </a:extLst>
          </p:cNvPr>
          <p:cNvSpPr>
            <a:spLocks xmlns:a="http://schemas.openxmlformats.org/drawingml/2006/main" noGrp="1"/>
          </p:cNvSpPr>
          <p:nvPr/>
        </p:nvSpPr>
        <p:spPr>
          <a:xfrm xmlns:a="http://schemas.openxmlformats.org/drawingml/2006/main">
            <a:off x="8458200" y="40862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8" name="">
            <a:extLst xmlns:a="http://schemas.openxmlformats.org/drawingml/2006/main">
              <a:ext uri="{FF2B5EF4-FFF2-40B4-BE49-F238E27FC236}">
                <a16:creationId xmlns:a16="http://schemas.microsoft.com/office/drawing/2014/main" id="{735FA8CC-D1BA-4342-8740-EDB684D3CAEF}"/>
              </a:ext>
            </a:extLst>
          </p:cNvPr>
          <p:cNvSpPr>
            <a:spLocks xmlns:a="http://schemas.openxmlformats.org/drawingml/2006/main" noGrp="1"/>
          </p:cNvSpPr>
          <p:nvPr/>
        </p:nvSpPr>
        <p:spPr>
          <a:xfrm xmlns:a="http://schemas.openxmlformats.org/drawingml/2006/main">
            <a:off x="8972550" y="404812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SAAR required here</a:t>
            </a:r>
          </a:p>
        </p:txBody>
      </p:sp>
      <p:sp>
        <p:nvSpPr>
          <p:cNvPr id="19" name="">
            <a:extLst xmlns:a="http://schemas.openxmlformats.org/drawingml/2006/main">
              <a:ext uri="{FF2B5EF4-FFF2-40B4-BE49-F238E27FC236}">
                <a16:creationId xmlns:a16="http://schemas.microsoft.com/office/drawing/2014/main" id="{8C72BEEF-829B-4549-AC95-4C5AD1A61C4C}"/>
              </a:ext>
            </a:extLst>
          </p:cNvPr>
          <p:cNvSpPr>
            <a:spLocks xmlns:a="http://schemas.openxmlformats.org/drawingml/2006/main" noGrp="1"/>
          </p:cNvSpPr>
          <p:nvPr/>
        </p:nvSpPr>
        <p:spPr>
          <a:xfrm xmlns:a="http://schemas.openxmlformats.org/drawingml/2006/main">
            <a:off x="8972550" y="4410075"/>
            <a:ext cx="2314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MBWin / Sky360 password reset needs approved PDF.</a:t>
            </a:r>
          </a:p>
        </p:txBody>
      </p:sp>
      <p:sp>
        <p:nvSpPr>
          <p:cNvPr id="20" name="">
            <a:extLst xmlns:a="http://schemas.openxmlformats.org/drawingml/2006/main">
              <a:ext uri="{FF2B5EF4-FFF2-40B4-BE49-F238E27FC236}">
                <a16:creationId xmlns:a16="http://schemas.microsoft.com/office/drawing/2014/main" id="{ADF0D3D3-BBE1-4721-B903-39346C41B6C6}"/>
              </a:ext>
            </a:extLst>
          </p:cNvPr>
          <p:cNvSpPr>
            <a:spLocks xmlns:a="http://schemas.openxmlformats.org/drawingml/2006/main" noGrp="1"/>
          </p:cNvSpPr>
          <p:nvPr/>
        </p:nvSpPr>
        <p:spPr>
          <a:xfrm xmlns:a="http://schemas.openxmlformats.org/drawingml/2006/main">
            <a:off x="8477250" y="5238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536B79"/>
                </a:solidFill>
              </a:defRPr>
            </a:defPPr>
            <a:lvl1pPr algn="ctr">
              <a:defRPr sz="1200" b="1">
                <a:solidFill>
                  <a:srgbClr val="536B79"/>
                </a:solidFill>
              </a:defRPr>
            </a:lvl1pPr>
            <a:lvl2pPr algn="ctr">
              <a:defRPr sz="1200" b="1">
                <a:solidFill>
                  <a:srgbClr val="536B79"/>
                </a:solidFill>
              </a:defRPr>
            </a:lvl2pPr>
            <a:lvl3pPr algn="ctr">
              <a:defRPr sz="1200" b="1">
                <a:solidFill>
                  <a:srgbClr val="536B79"/>
                </a:solidFill>
              </a:defRPr>
            </a:lvl3pPr>
            <a:lvl4pPr algn="ctr">
              <a:defRPr sz="1200" b="1">
                <a:solidFill>
                  <a:srgbClr val="536B79"/>
                </a:solidFill>
              </a:defRPr>
            </a:lvl4pPr>
            <a:lvl5pPr algn="ctr">
              <a:defRPr sz="1200" b="1">
                <a:solidFill>
                  <a:srgbClr val="536B79"/>
                </a:solidFill>
              </a:defRPr>
            </a:lvl5pPr>
            <a:lvl6pPr algn="ctr">
              <a:defRPr sz="1200" b="1">
                <a:solidFill>
                  <a:srgbClr val="536B79"/>
                </a:solidFill>
              </a:defRPr>
            </a:lvl6pPr>
            <a:lvl7pPr algn="ctr">
              <a:defRPr sz="1200" b="1">
                <a:solidFill>
                  <a:srgbClr val="536B79"/>
                </a:solidFill>
              </a:defRPr>
            </a:lvl7pPr>
            <a:lvl8pPr algn="ctr">
              <a:defRPr sz="1200" b="1">
                <a:solidFill>
                  <a:srgbClr val="536B79"/>
                </a:solidFill>
              </a:defRPr>
            </a:lvl8pPr>
            <a:lvl9pPr algn="ctr">
              <a:defRPr sz="1200" b="1">
                <a:solidFill>
                  <a:srgbClr val="536B79"/>
                </a:solidFill>
              </a:defRPr>
            </a:lvl9pPr>
          </a:lstStyle>
          <a:p xmlns:a="http://schemas.openxmlformats.org/drawingml/2006/main">
            <a:pPr algn="ctr">
              <a:lnSpc>
                <a:spcPct val="106000"/>
              </a:lnSpc>
              <a:buNone/>
              <a:defRPr sz="1200" b="1">
                <a:solidFill>
                  <a:srgbClr val="536B79"/>
                </a:solidFill>
              </a:defRPr>
            </a:pPr>
            <a:r>
              <a:rPr sz="1200" b="1">
                <a:solidFill>
                  <a:srgbClr val="536B79"/>
                </a:solidFill>
              </a:rPr>
              <a:t>Teller reactivation and expiry changes do not need SAAR.</a:t>
            </a:r>
          </a:p>
        </p:txBody>
      </p:sp>
    </p:spTree>
    <p:extLst>
      <p:ext uri="{BB962C8B-B14F-4D97-AF65-F5344CB8AC3E}">
        <p14:creationId xmlns:p14="http://schemas.microsoft.com/office/powerpoint/2010/main" val="1944206228"/>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409AAC3-6083-4481-97B9-E91C92E5A8B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B6A17F-1216-48B5-87D5-6EFC3F662545}"/>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Review, submit, and confirm</a:t>
            </a:r>
          </a:p>
        </p:txBody>
      </p:sp>
      <p:sp>
        <p:nvSpPr>
          <p:cNvPr id="3" name="">
            <a:extLst xmlns:a="http://schemas.openxmlformats.org/drawingml/2006/main">
              <a:ext uri="{FF2B5EF4-FFF2-40B4-BE49-F238E27FC236}">
                <a16:creationId xmlns:a16="http://schemas.microsoft.com/office/drawing/2014/main" id="{6754CF14-9150-4232-969E-B44950067D69}"/>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D731EA-AF2F-4C5D-90AE-8631B66FB3E3}"/>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9CE3CFF5-5313-4401-9EC2-EB17152942C7}"/>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13</a:t>
            </a:r>
          </a:p>
        </p:txBody>
      </p:sp>
      <p:pic>
        <p:nvPicPr>
          <p:cNvPr id="6" name="">
            <a:extLst xmlns:a="http://schemas.openxmlformats.org/drawingml/2006/main">
              <a:ext uri="{FF2B5EF4-FFF2-40B4-BE49-F238E27FC236}">
                <a16:creationId xmlns:a16="http://schemas.microsoft.com/office/drawing/2014/main" id="{316E376B-614C-4E63-A1B1-C1AF5F5B3763}"/>
              </a:ext>
            </a:extLst>
          </p:cNvPr>
          <p:cNvPicPr>
            <a:picLocks xmlns:a="http://schemas.openxmlformats.org/drawingml/2006/main" noChangeAspect="1"/>
          </p:cNvPicPr>
          <p:nvPr/>
        </p:nvPicPr>
        <p:blipFill>
          <a:blip xmlns:r="http://schemas.openxmlformats.org/officeDocument/2006/relationships" xmlns:a="http://schemas.openxmlformats.org/drawingml/2006/main" r:embed="R101c2234f48a40d7"/>
          <a:stretch xmlns:a="http://schemas.openxmlformats.org/drawingml/2006/main"/>
        </p:blipFill>
        <p:spPr>
          <a:xfrm xmlns:a="http://schemas.openxmlformats.org/drawingml/2006/main">
            <a:off x="666750" y="1362075"/>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2B9F185-6FBF-4395-9EDD-370C560E05DD}"/>
              </a:ext>
            </a:extLst>
          </p:cNvPr>
          <p:cNvSpPr>
            <a:spLocks xmlns:a="http://schemas.openxmlformats.org/drawingml/2006/main" noGrp="1"/>
          </p:cNvSpPr>
          <p:nvPr/>
        </p:nvSpPr>
        <p:spPr>
          <a:xfrm xmlns:a="http://schemas.openxmlformats.org/drawingml/2006/main">
            <a:off x="8572500" y="18383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CFB8DF-38AB-4617-8AEC-6C7C9B62593E}"/>
              </a:ext>
            </a:extLst>
          </p:cNvPr>
          <p:cNvSpPr>
            <a:spLocks xmlns:a="http://schemas.openxmlformats.org/drawingml/2006/main" noGrp="1"/>
          </p:cNvSpPr>
          <p:nvPr/>
        </p:nvSpPr>
        <p:spPr>
          <a:xfrm xmlns:a="http://schemas.openxmlformats.org/drawingml/2006/main">
            <a:off x="857250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988C89FA-0378-47BB-B6D5-18897F2B125D}"/>
              </a:ext>
            </a:extLst>
          </p:cNvPr>
          <p:cNvSpPr>
            <a:spLocks xmlns:a="http://schemas.openxmlformats.org/drawingml/2006/main" noGrp="1"/>
          </p:cNvSpPr>
          <p:nvPr/>
        </p:nvSpPr>
        <p:spPr>
          <a:xfrm xmlns:a="http://schemas.openxmlformats.org/drawingml/2006/main">
            <a:off x="9086850" y="18002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Check required details</a:t>
            </a:r>
          </a:p>
        </p:txBody>
      </p:sp>
      <p:sp>
        <p:nvSpPr>
          <p:cNvPr id="10" name="">
            <a:extLst xmlns:a="http://schemas.openxmlformats.org/drawingml/2006/main">
              <a:ext uri="{FF2B5EF4-FFF2-40B4-BE49-F238E27FC236}">
                <a16:creationId xmlns:a16="http://schemas.microsoft.com/office/drawing/2014/main" id="{DBB81D95-F785-4429-9BFF-57535E7E7EE7}"/>
              </a:ext>
            </a:extLst>
          </p:cNvPr>
          <p:cNvSpPr>
            <a:spLocks xmlns:a="http://schemas.openxmlformats.org/drawingml/2006/main" noGrp="1"/>
          </p:cNvSpPr>
          <p:nvPr/>
        </p:nvSpPr>
        <p:spPr>
          <a:xfrm xmlns:a="http://schemas.openxmlformats.org/drawingml/2006/main">
            <a:off x="9086850" y="21621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Resolve any missing-field message.</a:t>
            </a:r>
          </a:p>
        </p:txBody>
      </p:sp>
      <p:sp>
        <p:nvSpPr>
          <p:cNvPr id="11" name="">
            <a:extLst xmlns:a="http://schemas.openxmlformats.org/drawingml/2006/main">
              <a:ext uri="{FF2B5EF4-FFF2-40B4-BE49-F238E27FC236}">
                <a16:creationId xmlns:a16="http://schemas.microsoft.com/office/drawing/2014/main" id="{B9BCC7A6-1525-4F28-96A3-05F5B867A097}"/>
              </a:ext>
            </a:extLst>
          </p:cNvPr>
          <p:cNvSpPr>
            <a:spLocks xmlns:a="http://schemas.openxmlformats.org/drawingml/2006/main" noGrp="1"/>
          </p:cNvSpPr>
          <p:nvPr/>
        </p:nvSpPr>
        <p:spPr>
          <a:xfrm xmlns:a="http://schemas.openxmlformats.org/drawingml/2006/main">
            <a:off x="8572500" y="30575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A34CAF-8A40-41A9-90BE-D2FA5D40B38A}"/>
              </a:ext>
            </a:extLst>
          </p:cNvPr>
          <p:cNvSpPr>
            <a:spLocks xmlns:a="http://schemas.openxmlformats.org/drawingml/2006/main" noGrp="1"/>
          </p:cNvSpPr>
          <p:nvPr/>
        </p:nvSpPr>
        <p:spPr>
          <a:xfrm xmlns:a="http://schemas.openxmlformats.org/drawingml/2006/main">
            <a:off x="8572500" y="3057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D09D1D96-8B5D-464A-A797-8AE60A4798EA}"/>
              </a:ext>
            </a:extLst>
          </p:cNvPr>
          <p:cNvSpPr>
            <a:spLocks xmlns:a="http://schemas.openxmlformats.org/drawingml/2006/main" noGrp="1"/>
          </p:cNvSpPr>
          <p:nvPr/>
        </p:nvSpPr>
        <p:spPr>
          <a:xfrm xmlns:a="http://schemas.openxmlformats.org/drawingml/2006/main">
            <a:off x="9086850" y="30194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Select Submit Ticket</a:t>
            </a:r>
          </a:p>
        </p:txBody>
      </p:sp>
      <p:sp>
        <p:nvSpPr>
          <p:cNvPr id="14" name="">
            <a:extLst xmlns:a="http://schemas.openxmlformats.org/drawingml/2006/main">
              <a:ext uri="{FF2B5EF4-FFF2-40B4-BE49-F238E27FC236}">
                <a16:creationId xmlns:a16="http://schemas.microsoft.com/office/drawing/2014/main" id="{79BFFEDA-7728-4E18-9333-2785D783A14A}"/>
              </a:ext>
            </a:extLst>
          </p:cNvPr>
          <p:cNvSpPr>
            <a:spLocks xmlns:a="http://schemas.openxmlformats.org/drawingml/2006/main" noGrp="1"/>
          </p:cNvSpPr>
          <p:nvPr/>
        </p:nvSpPr>
        <p:spPr>
          <a:xfrm xmlns:a="http://schemas.openxmlformats.org/drawingml/2006/main">
            <a:off x="9086850" y="33813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Review the summary shown.</a:t>
            </a:r>
          </a:p>
        </p:txBody>
      </p:sp>
      <p:sp>
        <p:nvSpPr>
          <p:cNvPr id="15" name="">
            <a:extLst xmlns:a="http://schemas.openxmlformats.org/drawingml/2006/main">
              <a:ext uri="{FF2B5EF4-FFF2-40B4-BE49-F238E27FC236}">
                <a16:creationId xmlns:a16="http://schemas.microsoft.com/office/drawing/2014/main" id="{A54B7005-1011-4948-A141-02B2A7445096}"/>
              </a:ext>
            </a:extLst>
          </p:cNvPr>
          <p:cNvSpPr>
            <a:spLocks xmlns:a="http://schemas.openxmlformats.org/drawingml/2006/main" noGrp="1"/>
          </p:cNvSpPr>
          <p:nvPr/>
        </p:nvSpPr>
        <p:spPr>
          <a:xfrm xmlns:a="http://schemas.openxmlformats.org/drawingml/2006/main">
            <a:off x="8572500" y="42767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643C5B4-256E-477A-8D01-15756A7EA1FB}"/>
              </a:ext>
            </a:extLst>
          </p:cNvPr>
          <p:cNvSpPr>
            <a:spLocks xmlns:a="http://schemas.openxmlformats.org/drawingml/2006/main" noGrp="1"/>
          </p:cNvSpPr>
          <p:nvPr/>
        </p:nvSpPr>
        <p:spPr>
          <a:xfrm xmlns:a="http://schemas.openxmlformats.org/drawingml/2006/main">
            <a:off x="8572500" y="42767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F1CD59D4-9BE4-42AA-B94C-0DA87FEAEC08}"/>
              </a:ext>
            </a:extLst>
          </p:cNvPr>
          <p:cNvSpPr>
            <a:spLocks xmlns:a="http://schemas.openxmlformats.org/drawingml/2006/main" noGrp="1"/>
          </p:cNvSpPr>
          <p:nvPr/>
        </p:nvSpPr>
        <p:spPr>
          <a:xfrm xmlns:a="http://schemas.openxmlformats.org/drawingml/2006/main">
            <a:off x="9086850" y="4238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Confirm Submission</a:t>
            </a:r>
          </a:p>
        </p:txBody>
      </p:sp>
      <p:sp>
        <p:nvSpPr>
          <p:cNvPr id="18" name="">
            <a:extLst xmlns:a="http://schemas.openxmlformats.org/drawingml/2006/main">
              <a:ext uri="{FF2B5EF4-FFF2-40B4-BE49-F238E27FC236}">
                <a16:creationId xmlns:a16="http://schemas.microsoft.com/office/drawing/2014/main" id="{8D5513DD-7487-47F5-A201-6731F506B82A}"/>
              </a:ext>
            </a:extLst>
          </p:cNvPr>
          <p:cNvSpPr>
            <a:spLocks xmlns:a="http://schemas.openxmlformats.org/drawingml/2006/main" noGrp="1"/>
          </p:cNvSpPr>
          <p:nvPr/>
        </p:nvSpPr>
        <p:spPr>
          <a:xfrm xmlns:a="http://schemas.openxmlformats.org/drawingml/2006/main">
            <a:off x="9086850" y="46005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The request is sent to ICT.</a:t>
            </a:r>
          </a:p>
        </p:txBody>
      </p:sp>
    </p:spTree>
    <p:extLst>
      <p:ext uri="{BB962C8B-B14F-4D97-AF65-F5344CB8AC3E}">
        <p14:creationId xmlns:p14="http://schemas.microsoft.com/office/powerpoint/2010/main" val="629162069"/>
      </p:ext>
    </p:extLst>
  </p:cSld>
</p:sld>
</file>

<file path=ppt/slides/slide1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6609F65-516B-4AB5-867D-D80F06A1BB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4D1582-2B25-4935-9FF8-F4C88CA9533F}"/>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example: submission outcome</a:t>
            </a:r>
          </a:p>
        </p:txBody>
      </p:sp>
      <p:sp>
        <p:nvSpPr>
          <p:cNvPr id="3" name="">
            <a:extLst xmlns:a="http://schemas.openxmlformats.org/drawingml/2006/main">
              <a:ext uri="{FF2B5EF4-FFF2-40B4-BE49-F238E27FC236}">
                <a16:creationId xmlns:a16="http://schemas.microsoft.com/office/drawing/2014/main" id="{9367BBB6-59BC-40B0-980F-5FCB44BA9CA6}"/>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DA1272-715B-4B0E-A79C-1D040F6AD880}"/>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8B3237E7-62C0-4196-A853-4C47EA87DB20}"/>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14</a:t>
            </a:r>
          </a:p>
        </p:txBody>
      </p:sp>
      <p:sp>
        <p:nvSpPr>
          <p:cNvPr id="6" name="">
            <a:extLst xmlns:a="http://schemas.openxmlformats.org/drawingml/2006/main">
              <a:ext uri="{FF2B5EF4-FFF2-40B4-BE49-F238E27FC236}">
                <a16:creationId xmlns:a16="http://schemas.microsoft.com/office/drawing/2014/main" id="{8DC797CB-BE36-40A1-82E5-B2C21C53A3FF}"/>
              </a:ext>
            </a:extLst>
          </p:cNvPr>
          <p:cNvSpPr>
            <a:spLocks xmlns:a="http://schemas.openxmlformats.org/drawingml/2006/main" noGrp="1"/>
          </p:cNvSpPr>
          <p:nvPr/>
        </p:nvSpPr>
        <p:spPr>
          <a:xfrm xmlns:a="http://schemas.openxmlformats.org/drawingml/2006/main">
            <a:off x="876300" y="165735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8C89"/>
                </a:solidFill>
              </a:defRPr>
            </a:defPPr>
            <a:lvl1pPr algn="l">
              <a:defRPr sz="1350" b="1">
                <a:solidFill>
                  <a:srgbClr val="178C89"/>
                </a:solidFill>
              </a:defRPr>
            </a:lvl1pPr>
            <a:lvl2pPr algn="l">
              <a:defRPr sz="1350" b="1">
                <a:solidFill>
                  <a:srgbClr val="178C89"/>
                </a:solidFill>
              </a:defRPr>
            </a:lvl2pPr>
            <a:lvl3pPr algn="l">
              <a:defRPr sz="1350" b="1">
                <a:solidFill>
                  <a:srgbClr val="178C89"/>
                </a:solidFill>
              </a:defRPr>
            </a:lvl3pPr>
            <a:lvl4pPr algn="l">
              <a:defRPr sz="1350" b="1">
                <a:solidFill>
                  <a:srgbClr val="178C89"/>
                </a:solidFill>
              </a:defRPr>
            </a:lvl4pPr>
            <a:lvl5pPr algn="l">
              <a:defRPr sz="1350" b="1">
                <a:solidFill>
                  <a:srgbClr val="178C89"/>
                </a:solidFill>
              </a:defRPr>
            </a:lvl5pPr>
            <a:lvl6pPr algn="l">
              <a:defRPr sz="1350" b="1">
                <a:solidFill>
                  <a:srgbClr val="178C89"/>
                </a:solidFill>
              </a:defRPr>
            </a:lvl6pPr>
            <a:lvl7pPr algn="l">
              <a:defRPr sz="1350" b="1">
                <a:solidFill>
                  <a:srgbClr val="178C89"/>
                </a:solidFill>
              </a:defRPr>
            </a:lvl7pPr>
            <a:lvl8pPr algn="l">
              <a:defRPr sz="1350" b="1">
                <a:solidFill>
                  <a:srgbClr val="178C89"/>
                </a:solidFill>
              </a:defRPr>
            </a:lvl8pPr>
            <a:lvl9pPr algn="l">
              <a:defRPr sz="1350" b="1">
                <a:solidFill>
                  <a:srgbClr val="178C89"/>
                </a:solidFill>
              </a:defRPr>
            </a:lvl9pPr>
          </a:lstStyle>
          <a:p xmlns:a="http://schemas.openxmlformats.org/drawingml/2006/main">
            <a:pPr algn="l">
              <a:lnSpc>
                <a:spcPct val="106000"/>
              </a:lnSpc>
              <a:buNone/>
              <a:defRPr sz="1350" b="1">
                <a:solidFill>
                  <a:srgbClr val="178C89"/>
                </a:solidFill>
              </a:defRPr>
            </a:pPr>
            <a:r>
              <a:rPr sz="1350" b="1">
                <a:solidFill>
                  <a:srgbClr val="178C89"/>
                </a:solidFill>
              </a:rPr>
              <a:t>SUBMITTED TO ICT</a:t>
            </a:r>
          </a:p>
        </p:txBody>
      </p:sp>
      <p:sp>
        <p:nvSpPr>
          <p:cNvPr id="7" name="">
            <a:extLst xmlns:a="http://schemas.openxmlformats.org/drawingml/2006/main">
              <a:ext uri="{FF2B5EF4-FFF2-40B4-BE49-F238E27FC236}">
                <a16:creationId xmlns:a16="http://schemas.microsoft.com/office/drawing/2014/main" id="{9B7E0A50-3CD3-4DE9-940E-D51B0D30F0A6}"/>
              </a:ext>
            </a:extLst>
          </p:cNvPr>
          <p:cNvSpPr>
            <a:spLocks xmlns:a="http://schemas.openxmlformats.org/drawingml/2006/main" noGrp="1"/>
          </p:cNvSpPr>
          <p:nvPr/>
        </p:nvSpPr>
        <p:spPr>
          <a:xfrm xmlns:a="http://schemas.openxmlformats.org/drawingml/2006/main">
            <a:off x="876300" y="2105025"/>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112E43"/>
                </a:solidFill>
              </a:defRPr>
            </a:defPPr>
            <a:lvl1pPr algn="l">
              <a:defRPr sz="2325" b="1">
                <a:solidFill>
                  <a:srgbClr val="112E43"/>
                </a:solidFill>
              </a:defRPr>
            </a:lvl1pPr>
            <a:lvl2pPr algn="l">
              <a:defRPr sz="2325" b="1">
                <a:solidFill>
                  <a:srgbClr val="112E43"/>
                </a:solidFill>
              </a:defRPr>
            </a:lvl2pPr>
            <a:lvl3pPr algn="l">
              <a:defRPr sz="2325" b="1">
                <a:solidFill>
                  <a:srgbClr val="112E43"/>
                </a:solidFill>
              </a:defRPr>
            </a:lvl3pPr>
            <a:lvl4pPr algn="l">
              <a:defRPr sz="2325" b="1">
                <a:solidFill>
                  <a:srgbClr val="112E43"/>
                </a:solidFill>
              </a:defRPr>
            </a:lvl4pPr>
            <a:lvl5pPr algn="l">
              <a:defRPr sz="2325" b="1">
                <a:solidFill>
                  <a:srgbClr val="112E43"/>
                </a:solidFill>
              </a:defRPr>
            </a:lvl5pPr>
            <a:lvl6pPr algn="l">
              <a:defRPr sz="2325" b="1">
                <a:solidFill>
                  <a:srgbClr val="112E43"/>
                </a:solidFill>
              </a:defRPr>
            </a:lvl6pPr>
            <a:lvl7pPr algn="l">
              <a:defRPr sz="2325" b="1">
                <a:solidFill>
                  <a:srgbClr val="112E43"/>
                </a:solidFill>
              </a:defRPr>
            </a:lvl7pPr>
            <a:lvl8pPr algn="l">
              <a:defRPr sz="2325" b="1">
                <a:solidFill>
                  <a:srgbClr val="112E43"/>
                </a:solidFill>
              </a:defRPr>
            </a:lvl8pPr>
            <a:lvl9pPr algn="l">
              <a:defRPr sz="2325" b="1">
                <a:solidFill>
                  <a:srgbClr val="112E43"/>
                </a:solidFill>
              </a:defRPr>
            </a:lvl9pPr>
          </a:lstStyle>
          <a:p xmlns:a="http://schemas.openxmlformats.org/drawingml/2006/main">
            <a:pPr algn="l">
              <a:lnSpc>
                <a:spcPct val="106000"/>
              </a:lnSpc>
              <a:buNone/>
              <a:defRPr sz="2325" b="1">
                <a:solidFill>
                  <a:srgbClr val="112E43"/>
                </a:solidFill>
              </a:defRPr>
            </a:pPr>
            <a:r>
              <a:rPr sz="2325" b="1">
                <a:solidFill>
                  <a:srgbClr val="112E43"/>
                </a:solidFill>
              </a:rPr>
              <a:t>MBWin / Sky360 password reset</a:t>
            </a:r>
          </a:p>
        </p:txBody>
      </p:sp>
      <p:sp>
        <p:nvSpPr>
          <p:cNvPr id="8" name="">
            <a:extLst xmlns:a="http://schemas.openxmlformats.org/drawingml/2006/main">
              <a:ext uri="{FF2B5EF4-FFF2-40B4-BE49-F238E27FC236}">
                <a16:creationId xmlns:a16="http://schemas.microsoft.com/office/drawing/2014/main" id="{2D2B0D37-3287-4FCD-871B-7AB297E239B4}"/>
              </a:ext>
            </a:extLst>
          </p:cNvPr>
          <p:cNvSpPr>
            <a:spLocks xmlns:a="http://schemas.openxmlformats.org/drawingml/2006/main" noGrp="1"/>
          </p:cNvSpPr>
          <p:nvPr/>
        </p:nvSpPr>
        <p:spPr>
          <a:xfrm xmlns:a="http://schemas.openxmlformats.org/drawingml/2006/main">
            <a:off x="914400" y="2924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Ticket number</a:t>
            </a:r>
          </a:p>
        </p:txBody>
      </p:sp>
      <p:sp>
        <p:nvSpPr>
          <p:cNvPr id="9" name="">
            <a:extLst xmlns:a="http://schemas.openxmlformats.org/drawingml/2006/main">
              <a:ext uri="{FF2B5EF4-FFF2-40B4-BE49-F238E27FC236}">
                <a16:creationId xmlns:a16="http://schemas.microsoft.com/office/drawing/2014/main" id="{321FA1C7-8EF1-4D63-8E00-864B984C4EB1}"/>
              </a:ext>
            </a:extLst>
          </p:cNvPr>
          <p:cNvSpPr>
            <a:spLocks xmlns:a="http://schemas.openxmlformats.org/drawingml/2006/main" noGrp="1"/>
          </p:cNvSpPr>
          <p:nvPr/>
        </p:nvSpPr>
        <p:spPr>
          <a:xfrm xmlns:a="http://schemas.openxmlformats.org/drawingml/2006/main">
            <a:off x="3171825" y="292417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Generated by portal</a:t>
            </a:r>
          </a:p>
        </p:txBody>
      </p:sp>
      <p:sp>
        <p:nvSpPr>
          <p:cNvPr id="10" name="">
            <a:extLst xmlns:a="http://schemas.openxmlformats.org/drawingml/2006/main">
              <a:ext uri="{FF2B5EF4-FFF2-40B4-BE49-F238E27FC236}">
                <a16:creationId xmlns:a16="http://schemas.microsoft.com/office/drawing/2014/main" id="{0F92F15E-1C55-44BC-A99A-F8C081C07110}"/>
              </a:ext>
            </a:extLst>
          </p:cNvPr>
          <p:cNvSpPr>
            <a:spLocks xmlns:a="http://schemas.openxmlformats.org/drawingml/2006/main" noGrp="1"/>
          </p:cNvSpPr>
          <p:nvPr/>
        </p:nvSpPr>
        <p:spPr>
          <a:xfrm xmlns:a="http://schemas.openxmlformats.org/drawingml/2006/main">
            <a:off x="914400" y="3333750"/>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0590239-7B51-4FEB-8A04-25F691F6E231}"/>
              </a:ext>
            </a:extLst>
          </p:cNvPr>
          <p:cNvSpPr>
            <a:spLocks xmlns:a="http://schemas.openxmlformats.org/drawingml/2006/main" noGrp="1"/>
          </p:cNvSpPr>
          <p:nvPr/>
        </p:nvSpPr>
        <p:spPr>
          <a:xfrm xmlns:a="http://schemas.openxmlformats.org/drawingml/2006/main">
            <a:off x="914400" y="3524250"/>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Status</a:t>
            </a:r>
          </a:p>
        </p:txBody>
      </p:sp>
      <p:sp>
        <p:nvSpPr>
          <p:cNvPr id="12" name="">
            <a:extLst xmlns:a="http://schemas.openxmlformats.org/drawingml/2006/main">
              <a:ext uri="{FF2B5EF4-FFF2-40B4-BE49-F238E27FC236}">
                <a16:creationId xmlns:a16="http://schemas.microsoft.com/office/drawing/2014/main" id="{1F93BDCC-3A35-4C95-BA5E-F9B9339AF6C6}"/>
              </a:ext>
            </a:extLst>
          </p:cNvPr>
          <p:cNvSpPr>
            <a:spLocks xmlns:a="http://schemas.openxmlformats.org/drawingml/2006/main" noGrp="1"/>
          </p:cNvSpPr>
          <p:nvPr/>
        </p:nvSpPr>
        <p:spPr>
          <a:xfrm xmlns:a="http://schemas.openxmlformats.org/drawingml/2006/main">
            <a:off x="3171825" y="352425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Submitted / Pending</a:t>
            </a:r>
          </a:p>
        </p:txBody>
      </p:sp>
      <p:sp>
        <p:nvSpPr>
          <p:cNvPr id="13" name="">
            <a:extLst xmlns:a="http://schemas.openxmlformats.org/drawingml/2006/main">
              <a:ext uri="{FF2B5EF4-FFF2-40B4-BE49-F238E27FC236}">
                <a16:creationId xmlns:a16="http://schemas.microsoft.com/office/drawing/2014/main" id="{7CD4BA35-5465-428D-9CED-0BBBB7AA7AA9}"/>
              </a:ext>
            </a:extLst>
          </p:cNvPr>
          <p:cNvSpPr>
            <a:spLocks xmlns:a="http://schemas.openxmlformats.org/drawingml/2006/main" noGrp="1"/>
          </p:cNvSpPr>
          <p:nvPr/>
        </p:nvSpPr>
        <p:spPr>
          <a:xfrm xmlns:a="http://schemas.openxmlformats.org/drawingml/2006/main">
            <a:off x="914400" y="3933825"/>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E64630-E6DE-4C4A-AB55-8E1E2A42E77A}"/>
              </a:ext>
            </a:extLst>
          </p:cNvPr>
          <p:cNvSpPr>
            <a:spLocks xmlns:a="http://schemas.openxmlformats.org/drawingml/2006/main" noGrp="1"/>
          </p:cNvSpPr>
          <p:nvPr/>
        </p:nvSpPr>
        <p:spPr>
          <a:xfrm xmlns:a="http://schemas.openxmlformats.org/drawingml/2006/main">
            <a:off x="914400" y="412432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Impact</a:t>
            </a:r>
          </a:p>
        </p:txBody>
      </p:sp>
      <p:sp>
        <p:nvSpPr>
          <p:cNvPr id="15" name="">
            <a:extLst xmlns:a="http://schemas.openxmlformats.org/drawingml/2006/main">
              <a:ext uri="{FF2B5EF4-FFF2-40B4-BE49-F238E27FC236}">
                <a16:creationId xmlns:a16="http://schemas.microsoft.com/office/drawing/2014/main" id="{986A3D0C-DA39-4C80-90CB-7909A7E3FBBA}"/>
              </a:ext>
            </a:extLst>
          </p:cNvPr>
          <p:cNvSpPr>
            <a:spLocks xmlns:a="http://schemas.openxmlformats.org/drawingml/2006/main" noGrp="1"/>
          </p:cNvSpPr>
          <p:nvPr/>
        </p:nvSpPr>
        <p:spPr>
          <a:xfrm xmlns:a="http://schemas.openxmlformats.org/drawingml/2006/main">
            <a:off x="3171825" y="412432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Medium</a:t>
            </a:r>
          </a:p>
        </p:txBody>
      </p:sp>
      <p:sp>
        <p:nvSpPr>
          <p:cNvPr id="16" name="">
            <a:extLst xmlns:a="http://schemas.openxmlformats.org/drawingml/2006/main">
              <a:ext uri="{FF2B5EF4-FFF2-40B4-BE49-F238E27FC236}">
                <a16:creationId xmlns:a16="http://schemas.microsoft.com/office/drawing/2014/main" id="{F9BAA834-0EAC-4935-A2E4-98A3CB270354}"/>
              </a:ext>
            </a:extLst>
          </p:cNvPr>
          <p:cNvSpPr>
            <a:spLocks xmlns:a="http://schemas.openxmlformats.org/drawingml/2006/main" noGrp="1"/>
          </p:cNvSpPr>
          <p:nvPr/>
        </p:nvSpPr>
        <p:spPr>
          <a:xfrm xmlns:a="http://schemas.openxmlformats.org/drawingml/2006/main">
            <a:off x="914400" y="4533900"/>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EA2FDE0-EDD5-405C-AF96-880C2F8D62C6}"/>
              </a:ext>
            </a:extLst>
          </p:cNvPr>
          <p:cNvSpPr>
            <a:spLocks xmlns:a="http://schemas.openxmlformats.org/drawingml/2006/main" noGrp="1"/>
          </p:cNvSpPr>
          <p:nvPr/>
        </p:nvSpPr>
        <p:spPr>
          <a:xfrm xmlns:a="http://schemas.openxmlformats.org/drawingml/2006/main">
            <a:off x="914400" y="4724400"/>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Attachment</a:t>
            </a:r>
          </a:p>
        </p:txBody>
      </p:sp>
      <p:sp>
        <p:nvSpPr>
          <p:cNvPr id="18" name="">
            <a:extLst xmlns:a="http://schemas.openxmlformats.org/drawingml/2006/main">
              <a:ext uri="{FF2B5EF4-FFF2-40B4-BE49-F238E27FC236}">
                <a16:creationId xmlns:a16="http://schemas.microsoft.com/office/drawing/2014/main" id="{858DE6D5-9591-44B6-ACE4-C3230D3CDDF8}"/>
              </a:ext>
            </a:extLst>
          </p:cNvPr>
          <p:cNvSpPr>
            <a:spLocks xmlns:a="http://schemas.openxmlformats.org/drawingml/2006/main" noGrp="1"/>
          </p:cNvSpPr>
          <p:nvPr/>
        </p:nvSpPr>
        <p:spPr>
          <a:xfrm xmlns:a="http://schemas.openxmlformats.org/drawingml/2006/main">
            <a:off x="3171825" y="472440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Approved SAAR PDF</a:t>
            </a:r>
          </a:p>
        </p:txBody>
      </p:sp>
      <p:sp>
        <p:nvSpPr>
          <p:cNvPr id="19" name="">
            <a:extLst xmlns:a="http://schemas.openxmlformats.org/drawingml/2006/main">
              <a:ext uri="{FF2B5EF4-FFF2-40B4-BE49-F238E27FC236}">
                <a16:creationId xmlns:a16="http://schemas.microsoft.com/office/drawing/2014/main" id="{251B7ED4-D6B2-4472-A6C7-8E24071A67E6}"/>
              </a:ext>
            </a:extLst>
          </p:cNvPr>
          <p:cNvSpPr>
            <a:spLocks xmlns:a="http://schemas.openxmlformats.org/drawingml/2006/main" noGrp="1"/>
          </p:cNvSpPr>
          <p:nvPr/>
        </p:nvSpPr>
        <p:spPr>
          <a:xfrm xmlns:a="http://schemas.openxmlformats.org/drawingml/2006/main">
            <a:off x="914400" y="5133975"/>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D0669C-65BB-4006-83AE-ED55A900648A}"/>
              </a:ext>
            </a:extLst>
          </p:cNvPr>
          <p:cNvSpPr>
            <a:spLocks xmlns:a="http://schemas.openxmlformats.org/drawingml/2006/main" noGrp="1"/>
          </p:cNvSpPr>
          <p:nvPr/>
        </p:nvSpPr>
        <p:spPr>
          <a:xfrm xmlns:a="http://schemas.openxmlformats.org/drawingml/2006/main">
            <a:off x="7829550" y="1876425"/>
            <a:ext cx="3400425" cy="3019425"/>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44F0CC7-3685-4037-A96C-738A225F35EA}"/>
              </a:ext>
            </a:extLst>
          </p:cNvPr>
          <p:cNvSpPr>
            <a:spLocks xmlns:a="http://schemas.openxmlformats.org/drawingml/2006/main" noGrp="1"/>
          </p:cNvSpPr>
          <p:nvPr/>
        </p:nvSpPr>
        <p:spPr>
          <a:xfrm xmlns:a="http://schemas.openxmlformats.org/drawingml/2006/main">
            <a:off x="8115300" y="2095500"/>
            <a:ext cx="2809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F5D"/>
                </a:solidFill>
              </a:defRPr>
            </a:defPPr>
            <a:lvl1pPr algn="ctr">
              <a:defRPr sz="1725" b="1">
                <a:solidFill>
                  <a:srgbClr val="173F5D"/>
                </a:solidFill>
              </a:defRPr>
            </a:lvl1pPr>
            <a:lvl2pPr algn="ctr">
              <a:defRPr sz="1725" b="1">
                <a:solidFill>
                  <a:srgbClr val="173F5D"/>
                </a:solidFill>
              </a:defRPr>
            </a:lvl2pPr>
            <a:lvl3pPr algn="ctr">
              <a:defRPr sz="1725" b="1">
                <a:solidFill>
                  <a:srgbClr val="173F5D"/>
                </a:solidFill>
              </a:defRPr>
            </a:lvl3pPr>
            <a:lvl4pPr algn="ctr">
              <a:defRPr sz="1725" b="1">
                <a:solidFill>
                  <a:srgbClr val="173F5D"/>
                </a:solidFill>
              </a:defRPr>
            </a:lvl4pPr>
            <a:lvl5pPr algn="ctr">
              <a:defRPr sz="1725" b="1">
                <a:solidFill>
                  <a:srgbClr val="173F5D"/>
                </a:solidFill>
              </a:defRPr>
            </a:lvl5pPr>
            <a:lvl6pPr algn="ctr">
              <a:defRPr sz="1725" b="1">
                <a:solidFill>
                  <a:srgbClr val="173F5D"/>
                </a:solidFill>
              </a:defRPr>
            </a:lvl6pPr>
            <a:lvl7pPr algn="ctr">
              <a:defRPr sz="1725" b="1">
                <a:solidFill>
                  <a:srgbClr val="173F5D"/>
                </a:solidFill>
              </a:defRPr>
            </a:lvl7pPr>
            <a:lvl8pPr algn="ctr">
              <a:defRPr sz="1725" b="1">
                <a:solidFill>
                  <a:srgbClr val="173F5D"/>
                </a:solidFill>
              </a:defRPr>
            </a:lvl8pPr>
            <a:lvl9pPr algn="ctr">
              <a:defRPr sz="1725" b="1">
                <a:solidFill>
                  <a:srgbClr val="173F5D"/>
                </a:solidFill>
              </a:defRPr>
            </a:lvl9pPr>
          </a:lstStyle>
          <a:p xmlns:a="http://schemas.openxmlformats.org/drawingml/2006/main">
            <a:pPr algn="ctr">
              <a:lnSpc>
                <a:spcPct val="106000"/>
              </a:lnSpc>
              <a:buNone/>
              <a:defRPr sz="1725" b="1">
                <a:solidFill>
                  <a:srgbClr val="173F5D"/>
                </a:solidFill>
              </a:defRPr>
            </a:pPr>
            <a:r>
              <a:rPr sz="1725" b="1">
                <a:solidFill>
                  <a:srgbClr val="173F5D"/>
                </a:solidFill>
              </a:rPr>
              <a:t>Next step</a:t>
            </a:r>
          </a:p>
        </p:txBody>
      </p:sp>
      <p:sp>
        <p:nvSpPr>
          <p:cNvPr id="22" name="">
            <a:extLst xmlns:a="http://schemas.openxmlformats.org/drawingml/2006/main">
              <a:ext uri="{FF2B5EF4-FFF2-40B4-BE49-F238E27FC236}">
                <a16:creationId xmlns:a16="http://schemas.microsoft.com/office/drawing/2014/main" id="{D5ECA567-B99A-43CF-9E52-1B2AEDE10AA7}"/>
              </a:ext>
            </a:extLst>
          </p:cNvPr>
          <p:cNvSpPr>
            <a:spLocks xmlns:a="http://schemas.openxmlformats.org/drawingml/2006/main" noGrp="1"/>
          </p:cNvSpPr>
          <p:nvPr/>
        </p:nvSpPr>
        <p:spPr>
          <a:xfrm xmlns:a="http://schemas.openxmlformats.org/drawingml/2006/main">
            <a:off x="8115300" y="2638425"/>
            <a:ext cx="2809875"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0">
                <a:solidFill>
                  <a:srgbClr val="112E43"/>
                </a:solidFill>
              </a:defRPr>
            </a:defPPr>
            <a:lvl1pPr algn="ctr">
              <a:defRPr sz="1650" b="0">
                <a:solidFill>
                  <a:srgbClr val="112E43"/>
                </a:solidFill>
              </a:defRPr>
            </a:lvl1pPr>
            <a:lvl2pPr algn="ctr">
              <a:defRPr sz="1650" b="0">
                <a:solidFill>
                  <a:srgbClr val="112E43"/>
                </a:solidFill>
              </a:defRPr>
            </a:lvl2pPr>
            <a:lvl3pPr algn="ctr">
              <a:defRPr sz="1650" b="0">
                <a:solidFill>
                  <a:srgbClr val="112E43"/>
                </a:solidFill>
              </a:defRPr>
            </a:lvl3pPr>
            <a:lvl4pPr algn="ctr">
              <a:defRPr sz="1650" b="0">
                <a:solidFill>
                  <a:srgbClr val="112E43"/>
                </a:solidFill>
              </a:defRPr>
            </a:lvl4pPr>
            <a:lvl5pPr algn="ctr">
              <a:defRPr sz="1650" b="0">
                <a:solidFill>
                  <a:srgbClr val="112E43"/>
                </a:solidFill>
              </a:defRPr>
            </a:lvl5pPr>
            <a:lvl6pPr algn="ctr">
              <a:defRPr sz="1650" b="0">
                <a:solidFill>
                  <a:srgbClr val="112E43"/>
                </a:solidFill>
              </a:defRPr>
            </a:lvl6pPr>
            <a:lvl7pPr algn="ctr">
              <a:defRPr sz="1650" b="0">
                <a:solidFill>
                  <a:srgbClr val="112E43"/>
                </a:solidFill>
              </a:defRPr>
            </a:lvl7pPr>
            <a:lvl8pPr algn="ctr">
              <a:defRPr sz="1650" b="0">
                <a:solidFill>
                  <a:srgbClr val="112E43"/>
                </a:solidFill>
              </a:defRPr>
            </a:lvl8pPr>
            <a:lvl9pPr algn="ctr">
              <a:defRPr sz="1650" b="0">
                <a:solidFill>
                  <a:srgbClr val="112E43"/>
                </a:solidFill>
              </a:defRPr>
            </a:lvl9pPr>
          </a:lstStyle>
          <a:p xmlns:a="http://schemas.openxmlformats.org/drawingml/2006/main">
            <a:pPr algn="ctr">
              <a:lnSpc>
                <a:spcPct val="106000"/>
              </a:lnSpc>
              <a:buNone/>
              <a:defRPr sz="1650" b="0">
                <a:solidFill>
                  <a:srgbClr val="112E43"/>
                </a:solidFill>
              </a:defRPr>
            </a:pPr>
            <a:r>
              <a:rPr sz="1650" b="0">
                <a:solidFill>
                  <a:srgbClr val="112E43"/>
                </a:solidFill>
              </a:rPr>
              <a:t>Open My Tickets</a:t>
            </a:r>
          </a:p>
          <a:p xmlns:a="http://schemas.openxmlformats.org/drawingml/2006/main">
            <a:r>
              <a:t/>
            </a:r>
          </a:p>
          <a:p xmlns:a="http://schemas.openxmlformats.org/drawingml/2006/main">
            <a:pPr algn="ctr">
              <a:lnSpc>
                <a:spcPct val="106000"/>
              </a:lnSpc>
              <a:buNone/>
              <a:defRPr sz="1650" b="0">
                <a:solidFill>
                  <a:srgbClr val="112E43"/>
                </a:solidFill>
              </a:defRPr>
            </a:pPr>
            <a:r>
              <a:rPr sz="1650" b="0">
                <a:solidFill>
                  <a:srgbClr val="112E43"/>
                </a:solidFill>
              </a:rPr>
              <a:t>Select the new ticket</a:t>
            </a:r>
          </a:p>
          <a:p xmlns:a="http://schemas.openxmlformats.org/drawingml/2006/main">
            <a:r>
              <a:t/>
            </a:r>
          </a:p>
          <a:p xmlns:a="http://schemas.openxmlformats.org/drawingml/2006/main">
            <a:pPr algn="ctr">
              <a:lnSpc>
                <a:spcPct val="106000"/>
              </a:lnSpc>
              <a:buNone/>
              <a:defRPr sz="1650" b="0">
                <a:solidFill>
                  <a:srgbClr val="112E43"/>
                </a:solidFill>
              </a:defRPr>
            </a:pPr>
            <a:r>
              <a:rPr sz="1650" b="0">
                <a:solidFill>
                  <a:srgbClr val="112E43"/>
                </a:solidFill>
              </a:rPr>
              <a:t>Follow ICT status updates</a:t>
            </a:r>
          </a:p>
        </p:txBody>
      </p:sp>
    </p:spTree>
    <p:extLst>
      <p:ext uri="{BB962C8B-B14F-4D97-AF65-F5344CB8AC3E}">
        <p14:creationId xmlns:p14="http://schemas.microsoft.com/office/powerpoint/2010/main" val="397586307"/>
      </p:ext>
    </p:extLst>
  </p:cSld>
</p:sld>
</file>

<file path=ppt/slides/slide1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E56DAD9-5514-4DDC-9061-01104CBE354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7A557E-41E4-4F93-BF64-0AAB0844A7FE}"/>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My Tickets: status, queue, and ticket list</a:t>
            </a:r>
          </a:p>
        </p:txBody>
      </p:sp>
      <p:sp>
        <p:nvSpPr>
          <p:cNvPr id="3" name="">
            <a:extLst xmlns:a="http://schemas.openxmlformats.org/drawingml/2006/main">
              <a:ext uri="{FF2B5EF4-FFF2-40B4-BE49-F238E27FC236}">
                <a16:creationId xmlns:a16="http://schemas.microsoft.com/office/drawing/2014/main" id="{21B1FA5A-48ED-42D0-9EF0-2B844E90D001}"/>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9EB267-50C1-43A3-A02A-8D0B03F610BB}"/>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5DC25B86-2D9A-43B9-AB3B-37D2FFA784A6}"/>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15</a:t>
            </a:r>
          </a:p>
        </p:txBody>
      </p:sp>
      <p:pic>
        <p:nvPicPr>
          <p:cNvPr id="6" name="">
            <a:extLst xmlns:a="http://schemas.openxmlformats.org/drawingml/2006/main">
              <a:ext uri="{FF2B5EF4-FFF2-40B4-BE49-F238E27FC236}">
                <a16:creationId xmlns:a16="http://schemas.microsoft.com/office/drawing/2014/main" id="{A0D28C1B-4A3C-4290-89CF-29324D27B5A6}"/>
              </a:ext>
            </a:extLst>
          </p:cNvPr>
          <p:cNvPicPr>
            <a:picLocks xmlns:a="http://schemas.openxmlformats.org/drawingml/2006/main" noChangeAspect="1"/>
          </p:cNvPicPr>
          <p:nvPr/>
        </p:nvPicPr>
        <p:blipFill>
          <a:blip xmlns:r="http://schemas.openxmlformats.org/officeDocument/2006/relationships" xmlns:a="http://schemas.openxmlformats.org/drawingml/2006/main" r:embed="R59f29403767b4abb"/>
          <a:stretch xmlns:a="http://schemas.openxmlformats.org/drawingml/2006/main"/>
        </p:blipFill>
        <p:spPr>
          <a:xfrm xmlns:a="http://schemas.openxmlformats.org/drawingml/2006/main">
            <a:off x="666750" y="1371600"/>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791944-1F0D-48A4-A07D-1F0C0965219F}"/>
              </a:ext>
            </a:extLst>
          </p:cNvPr>
          <p:cNvSpPr>
            <a:spLocks xmlns:a="http://schemas.openxmlformats.org/drawingml/2006/main" noGrp="1"/>
          </p:cNvSpPr>
          <p:nvPr/>
        </p:nvSpPr>
        <p:spPr>
          <a:xfrm xmlns:a="http://schemas.openxmlformats.org/drawingml/2006/main">
            <a:off x="8572500" y="180975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17B4C2-457E-48E9-87F7-4E9CFA930142}"/>
              </a:ext>
            </a:extLst>
          </p:cNvPr>
          <p:cNvSpPr>
            <a:spLocks xmlns:a="http://schemas.openxmlformats.org/drawingml/2006/main" noGrp="1"/>
          </p:cNvSpPr>
          <p:nvPr/>
        </p:nvSpPr>
        <p:spPr>
          <a:xfrm xmlns:a="http://schemas.openxmlformats.org/drawingml/2006/main">
            <a:off x="8572500" y="1809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6FF3CF78-69AC-4E4F-B37D-9ABB77A38D56}"/>
              </a:ext>
            </a:extLst>
          </p:cNvPr>
          <p:cNvSpPr>
            <a:spLocks xmlns:a="http://schemas.openxmlformats.org/drawingml/2006/main" noGrp="1"/>
          </p:cNvSpPr>
          <p:nvPr/>
        </p:nvSpPr>
        <p:spPr>
          <a:xfrm xmlns:a="http://schemas.openxmlformats.org/drawingml/2006/main">
            <a:off x="9086850" y="177165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Find the new ticket</a:t>
            </a:r>
          </a:p>
        </p:txBody>
      </p:sp>
      <p:sp>
        <p:nvSpPr>
          <p:cNvPr id="10" name="">
            <a:extLst xmlns:a="http://schemas.openxmlformats.org/drawingml/2006/main">
              <a:ext uri="{FF2B5EF4-FFF2-40B4-BE49-F238E27FC236}">
                <a16:creationId xmlns:a16="http://schemas.microsoft.com/office/drawing/2014/main" id="{C5DD6ECD-FE18-4F00-8DCF-C063CB1F62FA}"/>
              </a:ext>
            </a:extLst>
          </p:cNvPr>
          <p:cNvSpPr>
            <a:spLocks xmlns:a="http://schemas.openxmlformats.org/drawingml/2006/main" noGrp="1"/>
          </p:cNvSpPr>
          <p:nvPr/>
        </p:nvSpPr>
        <p:spPr>
          <a:xfrm xmlns:a="http://schemas.openxmlformats.org/drawingml/2006/main">
            <a:off x="9086850" y="2133600"/>
            <a:ext cx="22288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Use its generated ticket number and concern type.</a:t>
            </a:r>
          </a:p>
        </p:txBody>
      </p:sp>
      <p:sp>
        <p:nvSpPr>
          <p:cNvPr id="11" name="">
            <a:extLst xmlns:a="http://schemas.openxmlformats.org/drawingml/2006/main">
              <a:ext uri="{FF2B5EF4-FFF2-40B4-BE49-F238E27FC236}">
                <a16:creationId xmlns:a16="http://schemas.microsoft.com/office/drawing/2014/main" id="{7B089AE3-3D80-4819-AB44-E602520D3402}"/>
              </a:ext>
            </a:extLst>
          </p:cNvPr>
          <p:cNvSpPr>
            <a:spLocks xmlns:a="http://schemas.openxmlformats.org/drawingml/2006/main" noGrp="1"/>
          </p:cNvSpPr>
          <p:nvPr/>
        </p:nvSpPr>
        <p:spPr>
          <a:xfrm xmlns:a="http://schemas.openxmlformats.org/drawingml/2006/main">
            <a:off x="8572500" y="30194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C538FC4-B06A-4717-9223-5C7A9482FA37}"/>
              </a:ext>
            </a:extLst>
          </p:cNvPr>
          <p:cNvSpPr>
            <a:spLocks xmlns:a="http://schemas.openxmlformats.org/drawingml/2006/main" noGrp="1"/>
          </p:cNvSpPr>
          <p:nvPr/>
        </p:nvSpPr>
        <p:spPr>
          <a:xfrm xmlns:a="http://schemas.openxmlformats.org/drawingml/2006/main">
            <a:off x="8572500" y="3019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7F997128-0D67-454A-93D0-D1E7F04D1B4D}"/>
              </a:ext>
            </a:extLst>
          </p:cNvPr>
          <p:cNvSpPr>
            <a:spLocks xmlns:a="http://schemas.openxmlformats.org/drawingml/2006/main" noGrp="1"/>
          </p:cNvSpPr>
          <p:nvPr/>
        </p:nvSpPr>
        <p:spPr>
          <a:xfrm xmlns:a="http://schemas.openxmlformats.org/drawingml/2006/main">
            <a:off x="9086850" y="2981325"/>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Check the status</a:t>
            </a:r>
          </a:p>
        </p:txBody>
      </p:sp>
      <p:sp>
        <p:nvSpPr>
          <p:cNvPr id="14" name="">
            <a:extLst xmlns:a="http://schemas.openxmlformats.org/drawingml/2006/main">
              <a:ext uri="{FF2B5EF4-FFF2-40B4-BE49-F238E27FC236}">
                <a16:creationId xmlns:a16="http://schemas.microsoft.com/office/drawing/2014/main" id="{CCF756E4-29CE-4CA8-AEA8-1788DC54F963}"/>
              </a:ext>
            </a:extLst>
          </p:cNvPr>
          <p:cNvSpPr>
            <a:spLocks xmlns:a="http://schemas.openxmlformats.org/drawingml/2006/main" noGrp="1"/>
          </p:cNvSpPr>
          <p:nvPr/>
        </p:nvSpPr>
        <p:spPr>
          <a:xfrm xmlns:a="http://schemas.openxmlformats.org/drawingml/2006/main">
            <a:off x="9086850" y="3343275"/>
            <a:ext cx="22288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Review latest status and impact.</a:t>
            </a:r>
          </a:p>
        </p:txBody>
      </p:sp>
      <p:sp>
        <p:nvSpPr>
          <p:cNvPr id="15" name="">
            <a:extLst xmlns:a="http://schemas.openxmlformats.org/drawingml/2006/main">
              <a:ext uri="{FF2B5EF4-FFF2-40B4-BE49-F238E27FC236}">
                <a16:creationId xmlns:a16="http://schemas.microsoft.com/office/drawing/2014/main" id="{805E207E-A852-4CAF-8AE0-D76C723C85C4}"/>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B36095-E5D2-42A6-8676-14EF852F2F02}"/>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224E1953-13AB-4477-8967-D063332637BB}"/>
              </a:ext>
            </a:extLst>
          </p:cNvPr>
          <p:cNvSpPr>
            <a:spLocks xmlns:a="http://schemas.openxmlformats.org/drawingml/2006/main" noGrp="1"/>
          </p:cNvSpPr>
          <p:nvPr/>
        </p:nvSpPr>
        <p:spPr>
          <a:xfrm xmlns:a="http://schemas.openxmlformats.org/drawingml/2006/main">
            <a:off x="9086850" y="419100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Open its details</a:t>
            </a:r>
          </a:p>
        </p:txBody>
      </p:sp>
      <p:sp>
        <p:nvSpPr>
          <p:cNvPr id="18" name="">
            <a:extLst xmlns:a="http://schemas.openxmlformats.org/drawingml/2006/main">
              <a:ext uri="{FF2B5EF4-FFF2-40B4-BE49-F238E27FC236}">
                <a16:creationId xmlns:a16="http://schemas.microsoft.com/office/drawing/2014/main" id="{A97A4540-F690-463A-AE22-6484E5655ADE}"/>
              </a:ext>
            </a:extLst>
          </p:cNvPr>
          <p:cNvSpPr>
            <a:spLocks xmlns:a="http://schemas.openxmlformats.org/drawingml/2006/main" noGrp="1"/>
          </p:cNvSpPr>
          <p:nvPr/>
        </p:nvSpPr>
        <p:spPr>
          <a:xfrm xmlns:a="http://schemas.openxmlformats.org/drawingml/2006/main">
            <a:off x="9086850" y="4552950"/>
            <a:ext cx="22288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Select the ticket card.</a:t>
            </a:r>
          </a:p>
        </p:txBody>
      </p:sp>
    </p:spTree>
    <p:extLst>
      <p:ext uri="{BB962C8B-B14F-4D97-AF65-F5344CB8AC3E}">
        <p14:creationId xmlns:p14="http://schemas.microsoft.com/office/powerpoint/2010/main" val="148832117"/>
      </p:ext>
    </p:extLst>
  </p:cSld>
</p:sld>
</file>

<file path=ppt/slides/slide1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89779E1-C332-4CB8-B104-CB206089C4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7ADF7D-01C4-44BE-A197-6144EC991C3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Ticket details: handling and history</a:t>
            </a:r>
          </a:p>
        </p:txBody>
      </p:sp>
      <p:sp>
        <p:nvSpPr>
          <p:cNvPr id="3" name="">
            <a:extLst xmlns:a="http://schemas.openxmlformats.org/drawingml/2006/main">
              <a:ext uri="{FF2B5EF4-FFF2-40B4-BE49-F238E27FC236}">
                <a16:creationId xmlns:a16="http://schemas.microsoft.com/office/drawing/2014/main" id="{359EF990-F388-434C-A8DE-3201B29FCC3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00EEA0-DDC8-45FC-9D11-52EBF0F3E77C}"/>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87E0FC3F-D57D-4924-B142-A83091731100}"/>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16</a:t>
            </a:r>
          </a:p>
        </p:txBody>
      </p:sp>
      <p:sp>
        <p:nvSpPr>
          <p:cNvPr id="6" name="">
            <a:extLst xmlns:a="http://schemas.openxmlformats.org/drawingml/2006/main">
              <a:ext uri="{FF2B5EF4-FFF2-40B4-BE49-F238E27FC236}">
                <a16:creationId xmlns:a16="http://schemas.microsoft.com/office/drawing/2014/main" id="{4F72A07B-BC62-4487-AF8E-8211CCD6AC1A}"/>
              </a:ext>
            </a:extLst>
          </p:cNvPr>
          <p:cNvSpPr>
            <a:spLocks xmlns:a="http://schemas.openxmlformats.org/drawingml/2006/main" noGrp="1"/>
          </p:cNvSpPr>
          <p:nvPr/>
        </p:nvSpPr>
        <p:spPr>
          <a:xfrm xmlns:a="http://schemas.openxmlformats.org/drawingml/2006/main">
            <a:off x="619125" y="1381125"/>
            <a:ext cx="7762875" cy="41910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7841BAD2-3E67-4452-A3C4-678D87FC155B}"/>
              </a:ext>
            </a:extLst>
          </p:cNvPr>
          <p:cNvSpPr>
            <a:spLocks xmlns:a="http://schemas.openxmlformats.org/drawingml/2006/main" noGrp="1"/>
          </p:cNvSpPr>
          <p:nvPr/>
        </p:nvSpPr>
        <p:spPr>
          <a:xfrm xmlns:a="http://schemas.openxmlformats.org/drawingml/2006/main">
            <a:off x="857250" y="1533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78C89"/>
                </a:solidFill>
              </a:defRPr>
            </a:defPPr>
            <a:lvl1pPr algn="l">
              <a:defRPr sz="1125" b="1">
                <a:solidFill>
                  <a:srgbClr val="178C89"/>
                </a:solidFill>
              </a:defRPr>
            </a:lvl1pPr>
            <a:lvl2pPr algn="l">
              <a:defRPr sz="1125" b="1">
                <a:solidFill>
                  <a:srgbClr val="178C89"/>
                </a:solidFill>
              </a:defRPr>
            </a:lvl2pPr>
            <a:lvl3pPr algn="l">
              <a:defRPr sz="1125" b="1">
                <a:solidFill>
                  <a:srgbClr val="178C89"/>
                </a:solidFill>
              </a:defRPr>
            </a:lvl3pPr>
            <a:lvl4pPr algn="l">
              <a:defRPr sz="1125" b="1">
                <a:solidFill>
                  <a:srgbClr val="178C89"/>
                </a:solidFill>
              </a:defRPr>
            </a:lvl4pPr>
            <a:lvl5pPr algn="l">
              <a:defRPr sz="1125" b="1">
                <a:solidFill>
                  <a:srgbClr val="178C89"/>
                </a:solidFill>
              </a:defRPr>
            </a:lvl5pPr>
            <a:lvl6pPr algn="l">
              <a:defRPr sz="1125" b="1">
                <a:solidFill>
                  <a:srgbClr val="178C89"/>
                </a:solidFill>
              </a:defRPr>
            </a:lvl6pPr>
            <a:lvl7pPr algn="l">
              <a:defRPr sz="1125" b="1">
                <a:solidFill>
                  <a:srgbClr val="178C89"/>
                </a:solidFill>
              </a:defRPr>
            </a:lvl7pPr>
            <a:lvl8pPr algn="l">
              <a:defRPr sz="1125" b="1">
                <a:solidFill>
                  <a:srgbClr val="178C89"/>
                </a:solidFill>
              </a:defRPr>
            </a:lvl8pPr>
            <a:lvl9pPr algn="l">
              <a:defRPr sz="1125" b="1">
                <a:solidFill>
                  <a:srgbClr val="178C89"/>
                </a:solidFill>
              </a:defRPr>
            </a:lvl9pPr>
          </a:lstStyle>
          <a:p xmlns:a="http://schemas.openxmlformats.org/drawingml/2006/main">
            <a:pPr algn="l">
              <a:lnSpc>
                <a:spcPct val="106000"/>
              </a:lnSpc>
              <a:buNone/>
              <a:defRPr sz="1125" b="1">
                <a:solidFill>
                  <a:srgbClr val="178C89"/>
                </a:solidFill>
              </a:defRPr>
            </a:pPr>
            <a:r>
              <a:rPr sz="1125" b="1">
                <a:solidFill>
                  <a:srgbClr val="178C89"/>
                </a:solidFill>
              </a:rPr>
              <a:t>TICKET DETAILS</a:t>
            </a:r>
          </a:p>
        </p:txBody>
      </p:sp>
      <p:sp>
        <p:nvSpPr>
          <p:cNvPr id="8" name="">
            <a:extLst xmlns:a="http://schemas.openxmlformats.org/drawingml/2006/main">
              <a:ext uri="{FF2B5EF4-FFF2-40B4-BE49-F238E27FC236}">
                <a16:creationId xmlns:a16="http://schemas.microsoft.com/office/drawing/2014/main" id="{E0EDCE8C-1883-4256-907F-097920814E77}"/>
              </a:ext>
            </a:extLst>
          </p:cNvPr>
          <p:cNvSpPr>
            <a:spLocks xmlns:a="http://schemas.openxmlformats.org/drawingml/2006/main" noGrp="1"/>
          </p:cNvSpPr>
          <p:nvPr/>
        </p:nvSpPr>
        <p:spPr>
          <a:xfrm xmlns:a="http://schemas.openxmlformats.org/drawingml/2006/main">
            <a:off x="857250" y="1828800"/>
            <a:ext cx="709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12E43"/>
                </a:solidFill>
              </a:defRPr>
            </a:defPPr>
            <a:lvl1pPr algn="l">
              <a:defRPr sz="1650" b="1">
                <a:solidFill>
                  <a:srgbClr val="112E43"/>
                </a:solidFill>
              </a:defRPr>
            </a:lvl1pPr>
            <a:lvl2pPr algn="l">
              <a:defRPr sz="1650" b="1">
                <a:solidFill>
                  <a:srgbClr val="112E43"/>
                </a:solidFill>
              </a:defRPr>
            </a:lvl2pPr>
            <a:lvl3pPr algn="l">
              <a:defRPr sz="1650" b="1">
                <a:solidFill>
                  <a:srgbClr val="112E43"/>
                </a:solidFill>
              </a:defRPr>
            </a:lvl3pPr>
            <a:lvl4pPr algn="l">
              <a:defRPr sz="1650" b="1">
                <a:solidFill>
                  <a:srgbClr val="112E43"/>
                </a:solidFill>
              </a:defRPr>
            </a:lvl4pPr>
            <a:lvl5pPr algn="l">
              <a:defRPr sz="1650" b="1">
                <a:solidFill>
                  <a:srgbClr val="112E43"/>
                </a:solidFill>
              </a:defRPr>
            </a:lvl5pPr>
            <a:lvl6pPr algn="l">
              <a:defRPr sz="1650" b="1">
                <a:solidFill>
                  <a:srgbClr val="112E43"/>
                </a:solidFill>
              </a:defRPr>
            </a:lvl6pPr>
            <a:lvl7pPr algn="l">
              <a:defRPr sz="1650" b="1">
                <a:solidFill>
                  <a:srgbClr val="112E43"/>
                </a:solidFill>
              </a:defRPr>
            </a:lvl7pPr>
            <a:lvl8pPr algn="l">
              <a:defRPr sz="1650" b="1">
                <a:solidFill>
                  <a:srgbClr val="112E43"/>
                </a:solidFill>
              </a:defRPr>
            </a:lvl8pPr>
            <a:lvl9pPr algn="l">
              <a:defRPr sz="1650" b="1">
                <a:solidFill>
                  <a:srgbClr val="112E43"/>
                </a:solidFill>
              </a:defRPr>
            </a:lvl9pPr>
          </a:lstStyle>
          <a:p xmlns:a="http://schemas.openxmlformats.org/drawingml/2006/main">
            <a:pPr algn="l">
              <a:lnSpc>
                <a:spcPct val="106000"/>
              </a:lnSpc>
              <a:buNone/>
              <a:defRPr sz="1650" b="1">
                <a:solidFill>
                  <a:srgbClr val="112E43"/>
                </a:solidFill>
              </a:defRPr>
            </a:pPr>
            <a:r>
              <a:rPr sz="1650" b="1">
                <a:solidFill>
                  <a:srgbClr val="112E43"/>
                </a:solidFill>
              </a:rPr>
              <a:t>[Ticket number]   •   MBWin / Sky360 password reset</a:t>
            </a:r>
          </a:p>
        </p:txBody>
      </p:sp>
      <p:sp>
        <p:nvSpPr>
          <p:cNvPr id="9" name="">
            <a:extLst xmlns:a="http://schemas.openxmlformats.org/drawingml/2006/main">
              <a:ext uri="{FF2B5EF4-FFF2-40B4-BE49-F238E27FC236}">
                <a16:creationId xmlns:a16="http://schemas.microsoft.com/office/drawing/2014/main" id="{E38290C0-0F9A-4D92-B58C-E42422034FE6}"/>
              </a:ext>
            </a:extLst>
          </p:cNvPr>
          <p:cNvSpPr>
            <a:spLocks xmlns:a="http://schemas.openxmlformats.org/drawingml/2006/main" noGrp="1"/>
          </p:cNvSpPr>
          <p:nvPr/>
        </p:nvSpPr>
        <p:spPr>
          <a:xfrm xmlns:a="http://schemas.openxmlformats.org/drawingml/2006/main">
            <a:off x="857250" y="2247900"/>
            <a:ext cx="3219450" cy="62865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DCE34F-0552-4CCE-8116-A598BE49B9B5}"/>
              </a:ext>
            </a:extLst>
          </p:cNvPr>
          <p:cNvSpPr>
            <a:spLocks xmlns:a="http://schemas.openxmlformats.org/drawingml/2006/main" noGrp="1"/>
          </p:cNvSpPr>
          <p:nvPr/>
        </p:nvSpPr>
        <p:spPr>
          <a:xfrm xmlns:a="http://schemas.openxmlformats.org/drawingml/2006/main">
            <a:off x="1009650" y="229552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36B79"/>
                </a:solidFill>
              </a:defRPr>
            </a:defPPr>
            <a:lvl1pPr algn="l">
              <a:defRPr sz="1050" b="1">
                <a:solidFill>
                  <a:srgbClr val="536B79"/>
                </a:solidFill>
              </a:defRPr>
            </a:lvl1pPr>
            <a:lvl2pPr algn="l">
              <a:defRPr sz="1050" b="1">
                <a:solidFill>
                  <a:srgbClr val="536B79"/>
                </a:solidFill>
              </a:defRPr>
            </a:lvl2pPr>
            <a:lvl3pPr algn="l">
              <a:defRPr sz="1050" b="1">
                <a:solidFill>
                  <a:srgbClr val="536B79"/>
                </a:solidFill>
              </a:defRPr>
            </a:lvl3pPr>
            <a:lvl4pPr algn="l">
              <a:defRPr sz="1050" b="1">
                <a:solidFill>
                  <a:srgbClr val="536B79"/>
                </a:solidFill>
              </a:defRPr>
            </a:lvl4pPr>
            <a:lvl5pPr algn="l">
              <a:defRPr sz="1050" b="1">
                <a:solidFill>
                  <a:srgbClr val="536B79"/>
                </a:solidFill>
              </a:defRPr>
            </a:lvl5pPr>
            <a:lvl6pPr algn="l">
              <a:defRPr sz="1050" b="1">
                <a:solidFill>
                  <a:srgbClr val="536B79"/>
                </a:solidFill>
              </a:defRPr>
            </a:lvl6pPr>
            <a:lvl7pPr algn="l">
              <a:defRPr sz="1050" b="1">
                <a:solidFill>
                  <a:srgbClr val="536B79"/>
                </a:solidFill>
              </a:defRPr>
            </a:lvl7pPr>
            <a:lvl8pPr algn="l">
              <a:defRPr sz="1050" b="1">
                <a:solidFill>
                  <a:srgbClr val="536B79"/>
                </a:solidFill>
              </a:defRPr>
            </a:lvl8pPr>
            <a:lvl9pPr algn="l">
              <a:defRPr sz="1050" b="1">
                <a:solidFill>
                  <a:srgbClr val="536B79"/>
                </a:solidFill>
              </a:defRPr>
            </a:lvl9pPr>
          </a:lstStyle>
          <a:p xmlns:a="http://schemas.openxmlformats.org/drawingml/2006/main">
            <a:pPr algn="l">
              <a:lnSpc>
                <a:spcPct val="106000"/>
              </a:lnSpc>
              <a:buNone/>
              <a:defRPr sz="1050" b="1">
                <a:solidFill>
                  <a:srgbClr val="536B79"/>
                </a:solidFill>
              </a:defRPr>
            </a:pPr>
            <a:r>
              <a:rPr sz="1050" b="1">
                <a:solidFill>
                  <a:srgbClr val="536B79"/>
                </a:solidFill>
              </a:rPr>
              <a:t>Status</a:t>
            </a:r>
          </a:p>
        </p:txBody>
      </p:sp>
      <p:sp>
        <p:nvSpPr>
          <p:cNvPr id="11" name="">
            <a:extLst xmlns:a="http://schemas.openxmlformats.org/drawingml/2006/main">
              <a:ext uri="{FF2B5EF4-FFF2-40B4-BE49-F238E27FC236}">
                <a16:creationId xmlns:a16="http://schemas.microsoft.com/office/drawing/2014/main" id="{AB303FE6-AD18-4E41-8473-203DA8497DB3}"/>
              </a:ext>
            </a:extLst>
          </p:cNvPr>
          <p:cNvSpPr>
            <a:spLocks xmlns:a="http://schemas.openxmlformats.org/drawingml/2006/main" noGrp="1"/>
          </p:cNvSpPr>
          <p:nvPr/>
        </p:nvSpPr>
        <p:spPr>
          <a:xfrm xmlns:a="http://schemas.openxmlformats.org/drawingml/2006/main">
            <a:off x="1009650" y="2505075"/>
            <a:ext cx="2838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3F5D"/>
                </a:solidFill>
              </a:defRPr>
            </a:defPPr>
            <a:lvl1pPr algn="l">
              <a:defRPr sz="1425" b="1">
                <a:solidFill>
                  <a:srgbClr val="173F5D"/>
                </a:solidFill>
              </a:defRPr>
            </a:lvl1pPr>
            <a:lvl2pPr algn="l">
              <a:defRPr sz="1425" b="1">
                <a:solidFill>
                  <a:srgbClr val="173F5D"/>
                </a:solidFill>
              </a:defRPr>
            </a:lvl2pPr>
            <a:lvl3pPr algn="l">
              <a:defRPr sz="1425" b="1">
                <a:solidFill>
                  <a:srgbClr val="173F5D"/>
                </a:solidFill>
              </a:defRPr>
            </a:lvl3pPr>
            <a:lvl4pPr algn="l">
              <a:defRPr sz="1425" b="1">
                <a:solidFill>
                  <a:srgbClr val="173F5D"/>
                </a:solidFill>
              </a:defRPr>
            </a:lvl4pPr>
            <a:lvl5pPr algn="l">
              <a:defRPr sz="1425" b="1">
                <a:solidFill>
                  <a:srgbClr val="173F5D"/>
                </a:solidFill>
              </a:defRPr>
            </a:lvl5pPr>
            <a:lvl6pPr algn="l">
              <a:defRPr sz="1425" b="1">
                <a:solidFill>
                  <a:srgbClr val="173F5D"/>
                </a:solidFill>
              </a:defRPr>
            </a:lvl6pPr>
            <a:lvl7pPr algn="l">
              <a:defRPr sz="1425" b="1">
                <a:solidFill>
                  <a:srgbClr val="173F5D"/>
                </a:solidFill>
              </a:defRPr>
            </a:lvl7pPr>
            <a:lvl8pPr algn="l">
              <a:defRPr sz="1425" b="1">
                <a:solidFill>
                  <a:srgbClr val="173F5D"/>
                </a:solidFill>
              </a:defRPr>
            </a:lvl8pPr>
            <a:lvl9pPr algn="l">
              <a:defRPr sz="1425" b="1">
                <a:solidFill>
                  <a:srgbClr val="173F5D"/>
                </a:solidFill>
              </a:defRPr>
            </a:lvl9pPr>
          </a:lstStyle>
          <a:p xmlns:a="http://schemas.openxmlformats.org/drawingml/2006/main">
            <a:pPr algn="l">
              <a:lnSpc>
                <a:spcPct val="106000"/>
              </a:lnSpc>
              <a:buNone/>
              <a:defRPr sz="1425" b="1">
                <a:solidFill>
                  <a:srgbClr val="173F5D"/>
                </a:solidFill>
              </a:defRPr>
            </a:pPr>
            <a:r>
              <a:rPr sz="1425" b="1">
                <a:solidFill>
                  <a:srgbClr val="173F5D"/>
                </a:solidFill>
              </a:rPr>
              <a:t>Submitted / Pending</a:t>
            </a:r>
          </a:p>
        </p:txBody>
      </p:sp>
      <p:sp>
        <p:nvSpPr>
          <p:cNvPr id="12" name="">
            <a:extLst xmlns:a="http://schemas.openxmlformats.org/drawingml/2006/main">
              <a:ext uri="{FF2B5EF4-FFF2-40B4-BE49-F238E27FC236}">
                <a16:creationId xmlns:a16="http://schemas.microsoft.com/office/drawing/2014/main" id="{A235E045-6293-4AA0-8DEE-1FC94CF4F1EB}"/>
              </a:ext>
            </a:extLst>
          </p:cNvPr>
          <p:cNvSpPr>
            <a:spLocks xmlns:a="http://schemas.openxmlformats.org/drawingml/2006/main" noGrp="1"/>
          </p:cNvSpPr>
          <p:nvPr/>
        </p:nvSpPr>
        <p:spPr>
          <a:xfrm xmlns:a="http://schemas.openxmlformats.org/drawingml/2006/main">
            <a:off x="4276725" y="2247900"/>
            <a:ext cx="1666875" cy="628650"/>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7E125B3-D5D3-424A-8160-9B60F5680358}"/>
              </a:ext>
            </a:extLst>
          </p:cNvPr>
          <p:cNvSpPr>
            <a:spLocks xmlns:a="http://schemas.openxmlformats.org/drawingml/2006/main" noGrp="1"/>
          </p:cNvSpPr>
          <p:nvPr/>
        </p:nvSpPr>
        <p:spPr>
          <a:xfrm xmlns:a="http://schemas.openxmlformats.org/drawingml/2006/main">
            <a:off x="4410075" y="229552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36B79"/>
                </a:solidFill>
              </a:defRPr>
            </a:defPPr>
            <a:lvl1pPr algn="l">
              <a:defRPr sz="1050" b="1">
                <a:solidFill>
                  <a:srgbClr val="536B79"/>
                </a:solidFill>
              </a:defRPr>
            </a:lvl1pPr>
            <a:lvl2pPr algn="l">
              <a:defRPr sz="1050" b="1">
                <a:solidFill>
                  <a:srgbClr val="536B79"/>
                </a:solidFill>
              </a:defRPr>
            </a:lvl2pPr>
            <a:lvl3pPr algn="l">
              <a:defRPr sz="1050" b="1">
                <a:solidFill>
                  <a:srgbClr val="536B79"/>
                </a:solidFill>
              </a:defRPr>
            </a:lvl3pPr>
            <a:lvl4pPr algn="l">
              <a:defRPr sz="1050" b="1">
                <a:solidFill>
                  <a:srgbClr val="536B79"/>
                </a:solidFill>
              </a:defRPr>
            </a:lvl4pPr>
            <a:lvl5pPr algn="l">
              <a:defRPr sz="1050" b="1">
                <a:solidFill>
                  <a:srgbClr val="536B79"/>
                </a:solidFill>
              </a:defRPr>
            </a:lvl5pPr>
            <a:lvl6pPr algn="l">
              <a:defRPr sz="1050" b="1">
                <a:solidFill>
                  <a:srgbClr val="536B79"/>
                </a:solidFill>
              </a:defRPr>
            </a:lvl6pPr>
            <a:lvl7pPr algn="l">
              <a:defRPr sz="1050" b="1">
                <a:solidFill>
                  <a:srgbClr val="536B79"/>
                </a:solidFill>
              </a:defRPr>
            </a:lvl7pPr>
            <a:lvl8pPr algn="l">
              <a:defRPr sz="1050" b="1">
                <a:solidFill>
                  <a:srgbClr val="536B79"/>
                </a:solidFill>
              </a:defRPr>
            </a:lvl8pPr>
            <a:lvl9pPr algn="l">
              <a:defRPr sz="1050" b="1">
                <a:solidFill>
                  <a:srgbClr val="536B79"/>
                </a:solidFill>
              </a:defRPr>
            </a:lvl9pPr>
          </a:lstStyle>
          <a:p xmlns:a="http://schemas.openxmlformats.org/drawingml/2006/main">
            <a:pPr algn="l">
              <a:lnSpc>
                <a:spcPct val="106000"/>
              </a:lnSpc>
              <a:buNone/>
              <a:defRPr sz="1050" b="1">
                <a:solidFill>
                  <a:srgbClr val="536B79"/>
                </a:solidFill>
              </a:defRPr>
            </a:pPr>
            <a:r>
              <a:rPr sz="1050" b="1">
                <a:solidFill>
                  <a:srgbClr val="536B79"/>
                </a:solidFill>
              </a:rPr>
              <a:t>Impact</a:t>
            </a:r>
          </a:p>
        </p:txBody>
      </p:sp>
      <p:sp>
        <p:nvSpPr>
          <p:cNvPr id="14" name="">
            <a:extLst xmlns:a="http://schemas.openxmlformats.org/drawingml/2006/main">
              <a:ext uri="{FF2B5EF4-FFF2-40B4-BE49-F238E27FC236}">
                <a16:creationId xmlns:a16="http://schemas.microsoft.com/office/drawing/2014/main" id="{BCFB5580-872A-4797-A5DC-E53FB3D7F5CF}"/>
              </a:ext>
            </a:extLst>
          </p:cNvPr>
          <p:cNvSpPr>
            <a:spLocks xmlns:a="http://schemas.openxmlformats.org/drawingml/2006/main" noGrp="1"/>
          </p:cNvSpPr>
          <p:nvPr/>
        </p:nvSpPr>
        <p:spPr>
          <a:xfrm xmlns:a="http://schemas.openxmlformats.org/drawingml/2006/main">
            <a:off x="4410075" y="2505075"/>
            <a:ext cx="1333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3F5D"/>
                </a:solidFill>
              </a:defRPr>
            </a:defPPr>
            <a:lvl1pPr algn="l">
              <a:defRPr sz="1425" b="1">
                <a:solidFill>
                  <a:srgbClr val="173F5D"/>
                </a:solidFill>
              </a:defRPr>
            </a:lvl1pPr>
            <a:lvl2pPr algn="l">
              <a:defRPr sz="1425" b="1">
                <a:solidFill>
                  <a:srgbClr val="173F5D"/>
                </a:solidFill>
              </a:defRPr>
            </a:lvl2pPr>
            <a:lvl3pPr algn="l">
              <a:defRPr sz="1425" b="1">
                <a:solidFill>
                  <a:srgbClr val="173F5D"/>
                </a:solidFill>
              </a:defRPr>
            </a:lvl3pPr>
            <a:lvl4pPr algn="l">
              <a:defRPr sz="1425" b="1">
                <a:solidFill>
                  <a:srgbClr val="173F5D"/>
                </a:solidFill>
              </a:defRPr>
            </a:lvl4pPr>
            <a:lvl5pPr algn="l">
              <a:defRPr sz="1425" b="1">
                <a:solidFill>
                  <a:srgbClr val="173F5D"/>
                </a:solidFill>
              </a:defRPr>
            </a:lvl5pPr>
            <a:lvl6pPr algn="l">
              <a:defRPr sz="1425" b="1">
                <a:solidFill>
                  <a:srgbClr val="173F5D"/>
                </a:solidFill>
              </a:defRPr>
            </a:lvl6pPr>
            <a:lvl7pPr algn="l">
              <a:defRPr sz="1425" b="1">
                <a:solidFill>
                  <a:srgbClr val="173F5D"/>
                </a:solidFill>
              </a:defRPr>
            </a:lvl7pPr>
            <a:lvl8pPr algn="l">
              <a:defRPr sz="1425" b="1">
                <a:solidFill>
                  <a:srgbClr val="173F5D"/>
                </a:solidFill>
              </a:defRPr>
            </a:lvl8pPr>
            <a:lvl9pPr algn="l">
              <a:defRPr sz="1425" b="1">
                <a:solidFill>
                  <a:srgbClr val="173F5D"/>
                </a:solidFill>
              </a:defRPr>
            </a:lvl9pPr>
          </a:lstStyle>
          <a:p xmlns:a="http://schemas.openxmlformats.org/drawingml/2006/main">
            <a:pPr algn="l">
              <a:lnSpc>
                <a:spcPct val="106000"/>
              </a:lnSpc>
              <a:buNone/>
              <a:defRPr sz="1425" b="1">
                <a:solidFill>
                  <a:srgbClr val="173F5D"/>
                </a:solidFill>
              </a:defRPr>
            </a:pPr>
            <a:r>
              <a:rPr sz="1425" b="1">
                <a:solidFill>
                  <a:srgbClr val="173F5D"/>
                </a:solidFill>
              </a:rPr>
              <a:t>Medium</a:t>
            </a:r>
          </a:p>
        </p:txBody>
      </p:sp>
      <p:sp>
        <p:nvSpPr>
          <p:cNvPr id="15" name="">
            <a:extLst xmlns:a="http://schemas.openxmlformats.org/drawingml/2006/main">
              <a:ext uri="{FF2B5EF4-FFF2-40B4-BE49-F238E27FC236}">
                <a16:creationId xmlns:a16="http://schemas.microsoft.com/office/drawing/2014/main" id="{F5513EF4-5DB4-4AFE-8331-7C4B8C366729}"/>
              </a:ext>
            </a:extLst>
          </p:cNvPr>
          <p:cNvSpPr>
            <a:spLocks xmlns:a="http://schemas.openxmlformats.org/drawingml/2006/main" noGrp="1"/>
          </p:cNvSpPr>
          <p:nvPr/>
        </p:nvSpPr>
        <p:spPr>
          <a:xfrm xmlns:a="http://schemas.openxmlformats.org/drawingml/2006/main">
            <a:off x="6153150" y="2247900"/>
            <a:ext cx="1924050" cy="62865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9D89627-6BB3-420A-A088-80266EC1195C}"/>
              </a:ext>
            </a:extLst>
          </p:cNvPr>
          <p:cNvSpPr>
            <a:spLocks xmlns:a="http://schemas.openxmlformats.org/drawingml/2006/main" noGrp="1"/>
          </p:cNvSpPr>
          <p:nvPr/>
        </p:nvSpPr>
        <p:spPr>
          <a:xfrm xmlns:a="http://schemas.openxmlformats.org/drawingml/2006/main">
            <a:off x="6276975" y="2295525"/>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36B79"/>
                </a:solidFill>
              </a:defRPr>
            </a:defPPr>
            <a:lvl1pPr algn="l">
              <a:defRPr sz="1050" b="1">
                <a:solidFill>
                  <a:srgbClr val="536B79"/>
                </a:solidFill>
              </a:defRPr>
            </a:lvl1pPr>
            <a:lvl2pPr algn="l">
              <a:defRPr sz="1050" b="1">
                <a:solidFill>
                  <a:srgbClr val="536B79"/>
                </a:solidFill>
              </a:defRPr>
            </a:lvl2pPr>
            <a:lvl3pPr algn="l">
              <a:defRPr sz="1050" b="1">
                <a:solidFill>
                  <a:srgbClr val="536B79"/>
                </a:solidFill>
              </a:defRPr>
            </a:lvl3pPr>
            <a:lvl4pPr algn="l">
              <a:defRPr sz="1050" b="1">
                <a:solidFill>
                  <a:srgbClr val="536B79"/>
                </a:solidFill>
              </a:defRPr>
            </a:lvl4pPr>
            <a:lvl5pPr algn="l">
              <a:defRPr sz="1050" b="1">
                <a:solidFill>
                  <a:srgbClr val="536B79"/>
                </a:solidFill>
              </a:defRPr>
            </a:lvl5pPr>
            <a:lvl6pPr algn="l">
              <a:defRPr sz="1050" b="1">
                <a:solidFill>
                  <a:srgbClr val="536B79"/>
                </a:solidFill>
              </a:defRPr>
            </a:lvl6pPr>
            <a:lvl7pPr algn="l">
              <a:defRPr sz="1050" b="1">
                <a:solidFill>
                  <a:srgbClr val="536B79"/>
                </a:solidFill>
              </a:defRPr>
            </a:lvl7pPr>
            <a:lvl8pPr algn="l">
              <a:defRPr sz="1050" b="1">
                <a:solidFill>
                  <a:srgbClr val="536B79"/>
                </a:solidFill>
              </a:defRPr>
            </a:lvl8pPr>
            <a:lvl9pPr algn="l">
              <a:defRPr sz="1050" b="1">
                <a:solidFill>
                  <a:srgbClr val="536B79"/>
                </a:solidFill>
              </a:defRPr>
            </a:lvl9pPr>
          </a:lstStyle>
          <a:p xmlns:a="http://schemas.openxmlformats.org/drawingml/2006/main">
            <a:pPr algn="l">
              <a:lnSpc>
                <a:spcPct val="106000"/>
              </a:lnSpc>
              <a:buNone/>
              <a:defRPr sz="1050" b="1">
                <a:solidFill>
                  <a:srgbClr val="536B79"/>
                </a:solidFill>
              </a:defRPr>
            </a:pPr>
            <a:r>
              <a:rPr sz="1050" b="1">
                <a:solidFill>
                  <a:srgbClr val="536B79"/>
                </a:solidFill>
              </a:rPr>
              <a:t>Assigned ICT staff</a:t>
            </a:r>
          </a:p>
        </p:txBody>
      </p:sp>
      <p:sp>
        <p:nvSpPr>
          <p:cNvPr id="17" name="">
            <a:extLst xmlns:a="http://schemas.openxmlformats.org/drawingml/2006/main">
              <a:ext uri="{FF2B5EF4-FFF2-40B4-BE49-F238E27FC236}">
                <a16:creationId xmlns:a16="http://schemas.microsoft.com/office/drawing/2014/main" id="{D1663A39-ACFD-4E2C-AD3A-B6DBC73C6087}"/>
              </a:ext>
            </a:extLst>
          </p:cNvPr>
          <p:cNvSpPr>
            <a:spLocks xmlns:a="http://schemas.openxmlformats.org/drawingml/2006/main" noGrp="1"/>
          </p:cNvSpPr>
          <p:nvPr/>
        </p:nvSpPr>
        <p:spPr>
          <a:xfrm xmlns:a="http://schemas.openxmlformats.org/drawingml/2006/main">
            <a:off x="6276975" y="2505075"/>
            <a:ext cx="1666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3F5D"/>
                </a:solidFill>
              </a:defRPr>
            </a:defPPr>
            <a:lvl1pPr algn="l">
              <a:defRPr sz="1275" b="0">
                <a:solidFill>
                  <a:srgbClr val="173F5D"/>
                </a:solidFill>
              </a:defRPr>
            </a:lvl1pPr>
            <a:lvl2pPr algn="l">
              <a:defRPr sz="1275" b="0">
                <a:solidFill>
                  <a:srgbClr val="173F5D"/>
                </a:solidFill>
              </a:defRPr>
            </a:lvl2pPr>
            <a:lvl3pPr algn="l">
              <a:defRPr sz="1275" b="0">
                <a:solidFill>
                  <a:srgbClr val="173F5D"/>
                </a:solidFill>
              </a:defRPr>
            </a:lvl3pPr>
            <a:lvl4pPr algn="l">
              <a:defRPr sz="1275" b="0">
                <a:solidFill>
                  <a:srgbClr val="173F5D"/>
                </a:solidFill>
              </a:defRPr>
            </a:lvl4pPr>
            <a:lvl5pPr algn="l">
              <a:defRPr sz="1275" b="0">
                <a:solidFill>
                  <a:srgbClr val="173F5D"/>
                </a:solidFill>
              </a:defRPr>
            </a:lvl5pPr>
            <a:lvl6pPr algn="l">
              <a:defRPr sz="1275" b="0">
                <a:solidFill>
                  <a:srgbClr val="173F5D"/>
                </a:solidFill>
              </a:defRPr>
            </a:lvl6pPr>
            <a:lvl7pPr algn="l">
              <a:defRPr sz="1275" b="0">
                <a:solidFill>
                  <a:srgbClr val="173F5D"/>
                </a:solidFill>
              </a:defRPr>
            </a:lvl7pPr>
            <a:lvl8pPr algn="l">
              <a:defRPr sz="1275" b="0">
                <a:solidFill>
                  <a:srgbClr val="173F5D"/>
                </a:solidFill>
              </a:defRPr>
            </a:lvl8pPr>
            <a:lvl9pPr algn="l">
              <a:defRPr sz="1275" b="0">
                <a:solidFill>
                  <a:srgbClr val="173F5D"/>
                </a:solidFill>
              </a:defRPr>
            </a:lvl9pPr>
          </a:lstStyle>
          <a:p xmlns:a="http://schemas.openxmlformats.org/drawingml/2006/main">
            <a:pPr algn="l">
              <a:lnSpc>
                <a:spcPct val="106000"/>
              </a:lnSpc>
              <a:buNone/>
              <a:defRPr sz="1275" b="0">
                <a:solidFill>
                  <a:srgbClr val="173F5D"/>
                </a:solidFill>
              </a:defRPr>
            </a:pPr>
            <a:r>
              <a:rPr sz="1275" b="0">
                <a:solidFill>
                  <a:srgbClr val="173F5D"/>
                </a:solidFill>
              </a:rPr>
              <a:t>[When assigned]</a:t>
            </a:r>
          </a:p>
        </p:txBody>
      </p:sp>
      <p:sp>
        <p:nvSpPr>
          <p:cNvPr id="18" name="">
            <a:extLst xmlns:a="http://schemas.openxmlformats.org/drawingml/2006/main">
              <a:ext uri="{FF2B5EF4-FFF2-40B4-BE49-F238E27FC236}">
                <a16:creationId xmlns:a16="http://schemas.microsoft.com/office/drawing/2014/main" id="{37993040-39D3-45CE-AE12-6A1695776DE5}"/>
              </a:ext>
            </a:extLst>
          </p:cNvPr>
          <p:cNvSpPr>
            <a:spLocks xmlns:a="http://schemas.openxmlformats.org/drawingml/2006/main" noGrp="1"/>
          </p:cNvSpPr>
          <p:nvPr/>
        </p:nvSpPr>
        <p:spPr>
          <a:xfrm xmlns:a="http://schemas.openxmlformats.org/drawingml/2006/main">
            <a:off x="866775" y="3086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8C89"/>
                </a:solidFill>
              </a:defRPr>
            </a:defPPr>
            <a:lvl1pPr algn="l">
              <a:defRPr sz="1050" b="1">
                <a:solidFill>
                  <a:srgbClr val="178C89"/>
                </a:solidFill>
              </a:defRPr>
            </a:lvl1pPr>
            <a:lvl2pPr algn="l">
              <a:defRPr sz="1050" b="1">
                <a:solidFill>
                  <a:srgbClr val="178C89"/>
                </a:solidFill>
              </a:defRPr>
            </a:lvl2pPr>
            <a:lvl3pPr algn="l">
              <a:defRPr sz="1050" b="1">
                <a:solidFill>
                  <a:srgbClr val="178C89"/>
                </a:solidFill>
              </a:defRPr>
            </a:lvl3pPr>
            <a:lvl4pPr algn="l">
              <a:defRPr sz="1050" b="1">
                <a:solidFill>
                  <a:srgbClr val="178C89"/>
                </a:solidFill>
              </a:defRPr>
            </a:lvl4pPr>
            <a:lvl5pPr algn="l">
              <a:defRPr sz="1050" b="1">
                <a:solidFill>
                  <a:srgbClr val="178C89"/>
                </a:solidFill>
              </a:defRPr>
            </a:lvl5pPr>
            <a:lvl6pPr algn="l">
              <a:defRPr sz="1050" b="1">
                <a:solidFill>
                  <a:srgbClr val="178C89"/>
                </a:solidFill>
              </a:defRPr>
            </a:lvl6pPr>
            <a:lvl7pPr algn="l">
              <a:defRPr sz="1050" b="1">
                <a:solidFill>
                  <a:srgbClr val="178C89"/>
                </a:solidFill>
              </a:defRPr>
            </a:lvl7pPr>
            <a:lvl8pPr algn="l">
              <a:defRPr sz="1050" b="1">
                <a:solidFill>
                  <a:srgbClr val="178C89"/>
                </a:solidFill>
              </a:defRPr>
            </a:lvl8pPr>
            <a:lvl9pPr algn="l">
              <a:defRPr sz="1050" b="1">
                <a:solidFill>
                  <a:srgbClr val="178C89"/>
                </a:solidFill>
              </a:defRPr>
            </a:lvl9pPr>
          </a:lstStyle>
          <a:p xmlns:a="http://schemas.openxmlformats.org/drawingml/2006/main">
            <a:pPr algn="l">
              <a:lnSpc>
                <a:spcPct val="106000"/>
              </a:lnSpc>
              <a:buNone/>
              <a:defRPr sz="1050" b="1">
                <a:solidFill>
                  <a:srgbClr val="178C89"/>
                </a:solidFill>
              </a:defRPr>
            </a:pPr>
            <a:r>
              <a:rPr sz="1050" b="1">
                <a:solidFill>
                  <a:srgbClr val="178C89"/>
                </a:solidFill>
              </a:rPr>
              <a:t>REQUEST DETAILS</a:t>
            </a:r>
          </a:p>
        </p:txBody>
      </p:sp>
      <p:sp>
        <p:nvSpPr>
          <p:cNvPr id="19" name="">
            <a:extLst xmlns:a="http://schemas.openxmlformats.org/drawingml/2006/main">
              <a:ext uri="{FF2B5EF4-FFF2-40B4-BE49-F238E27FC236}">
                <a16:creationId xmlns:a16="http://schemas.microsoft.com/office/drawing/2014/main" id="{831F0B76-0CDA-4B9B-8154-86E10BB34188}"/>
              </a:ext>
            </a:extLst>
          </p:cNvPr>
          <p:cNvSpPr>
            <a:spLocks xmlns:a="http://schemas.openxmlformats.org/drawingml/2006/main" noGrp="1"/>
          </p:cNvSpPr>
          <p:nvPr/>
        </p:nvSpPr>
        <p:spPr>
          <a:xfrm xmlns:a="http://schemas.openxmlformats.org/drawingml/2006/main">
            <a:off x="866775" y="3371850"/>
            <a:ext cx="681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Category: Account / Access Support</a:t>
            </a:r>
          </a:p>
        </p:txBody>
      </p:sp>
      <p:sp>
        <p:nvSpPr>
          <p:cNvPr id="20" name="">
            <a:extLst xmlns:a="http://schemas.openxmlformats.org/drawingml/2006/main">
              <a:ext uri="{FF2B5EF4-FFF2-40B4-BE49-F238E27FC236}">
                <a16:creationId xmlns:a16="http://schemas.microsoft.com/office/drawing/2014/main" id="{00486C76-E862-4679-AD53-DEE1BAB35AC2}"/>
              </a:ext>
            </a:extLst>
          </p:cNvPr>
          <p:cNvSpPr>
            <a:spLocks xmlns:a="http://schemas.openxmlformats.org/drawingml/2006/main" noGrp="1"/>
          </p:cNvSpPr>
          <p:nvPr/>
        </p:nvSpPr>
        <p:spPr>
          <a:xfrm xmlns:a="http://schemas.openxmlformats.org/drawingml/2006/main">
            <a:off x="866775" y="3695700"/>
            <a:ext cx="681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What happened: Account locked after unsuccessful sign-in attempts.</a:t>
            </a:r>
          </a:p>
        </p:txBody>
      </p:sp>
      <p:sp>
        <p:nvSpPr>
          <p:cNvPr id="21" name="">
            <a:extLst xmlns:a="http://schemas.openxmlformats.org/drawingml/2006/main">
              <a:ext uri="{FF2B5EF4-FFF2-40B4-BE49-F238E27FC236}">
                <a16:creationId xmlns:a16="http://schemas.microsoft.com/office/drawing/2014/main" id="{2A5F10D8-5D03-4DC0-AF5F-5D09AD55F84A}"/>
              </a:ext>
            </a:extLst>
          </p:cNvPr>
          <p:cNvSpPr>
            <a:spLocks xmlns:a="http://schemas.openxmlformats.org/drawingml/2006/main" noGrp="1"/>
          </p:cNvSpPr>
          <p:nvPr/>
        </p:nvSpPr>
        <p:spPr>
          <a:xfrm xmlns:a="http://schemas.openxmlformats.org/drawingml/2006/main">
            <a:off x="866775" y="4276725"/>
            <a:ext cx="70866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213F10-3D20-4336-ABF5-2BE50E864830}"/>
              </a:ext>
            </a:extLst>
          </p:cNvPr>
          <p:cNvSpPr>
            <a:spLocks xmlns:a="http://schemas.openxmlformats.org/drawingml/2006/main" noGrp="1"/>
          </p:cNvSpPr>
          <p:nvPr/>
        </p:nvSpPr>
        <p:spPr>
          <a:xfrm xmlns:a="http://schemas.openxmlformats.org/drawingml/2006/main">
            <a:off x="866775" y="4419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8C89"/>
                </a:solidFill>
              </a:defRPr>
            </a:defPPr>
            <a:lvl1pPr algn="l">
              <a:defRPr sz="1050" b="1">
                <a:solidFill>
                  <a:srgbClr val="178C89"/>
                </a:solidFill>
              </a:defRPr>
            </a:lvl1pPr>
            <a:lvl2pPr algn="l">
              <a:defRPr sz="1050" b="1">
                <a:solidFill>
                  <a:srgbClr val="178C89"/>
                </a:solidFill>
              </a:defRPr>
            </a:lvl2pPr>
            <a:lvl3pPr algn="l">
              <a:defRPr sz="1050" b="1">
                <a:solidFill>
                  <a:srgbClr val="178C89"/>
                </a:solidFill>
              </a:defRPr>
            </a:lvl3pPr>
            <a:lvl4pPr algn="l">
              <a:defRPr sz="1050" b="1">
                <a:solidFill>
                  <a:srgbClr val="178C89"/>
                </a:solidFill>
              </a:defRPr>
            </a:lvl4pPr>
            <a:lvl5pPr algn="l">
              <a:defRPr sz="1050" b="1">
                <a:solidFill>
                  <a:srgbClr val="178C89"/>
                </a:solidFill>
              </a:defRPr>
            </a:lvl5pPr>
            <a:lvl6pPr algn="l">
              <a:defRPr sz="1050" b="1">
                <a:solidFill>
                  <a:srgbClr val="178C89"/>
                </a:solidFill>
              </a:defRPr>
            </a:lvl6pPr>
            <a:lvl7pPr algn="l">
              <a:defRPr sz="1050" b="1">
                <a:solidFill>
                  <a:srgbClr val="178C89"/>
                </a:solidFill>
              </a:defRPr>
            </a:lvl7pPr>
            <a:lvl8pPr algn="l">
              <a:defRPr sz="1050" b="1">
                <a:solidFill>
                  <a:srgbClr val="178C89"/>
                </a:solidFill>
              </a:defRPr>
            </a:lvl8pPr>
            <a:lvl9pPr algn="l">
              <a:defRPr sz="1050" b="1">
                <a:solidFill>
                  <a:srgbClr val="178C89"/>
                </a:solidFill>
              </a:defRPr>
            </a:lvl9pPr>
          </a:lstStyle>
          <a:p xmlns:a="http://schemas.openxmlformats.org/drawingml/2006/main">
            <a:pPr algn="l">
              <a:lnSpc>
                <a:spcPct val="106000"/>
              </a:lnSpc>
              <a:buNone/>
              <a:defRPr sz="1050" b="1">
                <a:solidFill>
                  <a:srgbClr val="178C89"/>
                </a:solidFill>
              </a:defRPr>
            </a:pPr>
            <a:r>
              <a:rPr sz="1050" b="1">
                <a:solidFill>
                  <a:srgbClr val="178C89"/>
                </a:solidFill>
              </a:rPr>
              <a:t>HANDLING HISTORY</a:t>
            </a:r>
          </a:p>
        </p:txBody>
      </p:sp>
      <p:sp>
        <p:nvSpPr>
          <p:cNvPr id="23" name="">
            <a:extLst xmlns:a="http://schemas.openxmlformats.org/drawingml/2006/main">
              <a:ext uri="{FF2B5EF4-FFF2-40B4-BE49-F238E27FC236}">
                <a16:creationId xmlns:a16="http://schemas.microsoft.com/office/drawing/2014/main" id="{D287B23C-9D9F-43E5-B7CC-58BC0846D773}"/>
              </a:ext>
            </a:extLst>
          </p:cNvPr>
          <p:cNvSpPr>
            <a:spLocks xmlns:a="http://schemas.openxmlformats.org/drawingml/2006/main" noGrp="1"/>
          </p:cNvSpPr>
          <p:nvPr/>
        </p:nvSpPr>
        <p:spPr>
          <a:xfrm xmlns:a="http://schemas.openxmlformats.org/drawingml/2006/main">
            <a:off x="1019175" y="4933950"/>
            <a:ext cx="152400" cy="1524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FB10992-E1F6-45E4-A055-153CC42DEE44}"/>
              </a:ext>
            </a:extLst>
          </p:cNvPr>
          <p:cNvSpPr>
            <a:spLocks xmlns:a="http://schemas.openxmlformats.org/drawingml/2006/main" noGrp="1"/>
          </p:cNvSpPr>
          <p:nvPr/>
        </p:nvSpPr>
        <p:spPr>
          <a:xfrm xmlns:a="http://schemas.openxmlformats.org/drawingml/2006/main">
            <a:off x="1257300" y="4838700"/>
            <a:ext cx="1743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3F5D"/>
                </a:solidFill>
              </a:defRPr>
            </a:defPPr>
            <a:lvl1pPr algn="l">
              <a:defRPr sz="1275" b="1">
                <a:solidFill>
                  <a:srgbClr val="173F5D"/>
                </a:solidFill>
              </a:defRPr>
            </a:lvl1pPr>
            <a:lvl2pPr algn="l">
              <a:defRPr sz="1275" b="1">
                <a:solidFill>
                  <a:srgbClr val="173F5D"/>
                </a:solidFill>
              </a:defRPr>
            </a:lvl2pPr>
            <a:lvl3pPr algn="l">
              <a:defRPr sz="1275" b="1">
                <a:solidFill>
                  <a:srgbClr val="173F5D"/>
                </a:solidFill>
              </a:defRPr>
            </a:lvl3pPr>
            <a:lvl4pPr algn="l">
              <a:defRPr sz="1275" b="1">
                <a:solidFill>
                  <a:srgbClr val="173F5D"/>
                </a:solidFill>
              </a:defRPr>
            </a:lvl4pPr>
            <a:lvl5pPr algn="l">
              <a:defRPr sz="1275" b="1">
                <a:solidFill>
                  <a:srgbClr val="173F5D"/>
                </a:solidFill>
              </a:defRPr>
            </a:lvl5pPr>
            <a:lvl6pPr algn="l">
              <a:defRPr sz="1275" b="1">
                <a:solidFill>
                  <a:srgbClr val="173F5D"/>
                </a:solidFill>
              </a:defRPr>
            </a:lvl6pPr>
            <a:lvl7pPr algn="l">
              <a:defRPr sz="1275" b="1">
                <a:solidFill>
                  <a:srgbClr val="173F5D"/>
                </a:solidFill>
              </a:defRPr>
            </a:lvl7pPr>
            <a:lvl8pPr algn="l">
              <a:defRPr sz="1275" b="1">
                <a:solidFill>
                  <a:srgbClr val="173F5D"/>
                </a:solidFill>
              </a:defRPr>
            </a:lvl8pPr>
            <a:lvl9pPr algn="l">
              <a:defRPr sz="1275" b="1">
                <a:solidFill>
                  <a:srgbClr val="173F5D"/>
                </a:solidFill>
              </a:defRPr>
            </a:lvl9pPr>
          </a:lstStyle>
          <a:p xmlns:a="http://schemas.openxmlformats.org/drawingml/2006/main">
            <a:pPr algn="l">
              <a:lnSpc>
                <a:spcPct val="106000"/>
              </a:lnSpc>
              <a:buNone/>
              <a:defRPr sz="1275" b="1">
                <a:solidFill>
                  <a:srgbClr val="173F5D"/>
                </a:solidFill>
              </a:defRPr>
            </a:pPr>
            <a:r>
              <a:rPr sz="1275" b="1">
                <a:solidFill>
                  <a:srgbClr val="173F5D"/>
                </a:solidFill>
              </a:rPr>
              <a:t>Submitted</a:t>
            </a:r>
          </a:p>
        </p:txBody>
      </p:sp>
      <p:sp>
        <p:nvSpPr>
          <p:cNvPr id="25" name="">
            <a:extLst xmlns:a="http://schemas.openxmlformats.org/drawingml/2006/main">
              <a:ext uri="{FF2B5EF4-FFF2-40B4-BE49-F238E27FC236}">
                <a16:creationId xmlns:a16="http://schemas.microsoft.com/office/drawing/2014/main" id="{6D5E5CB9-B073-4355-B55C-D9B68D37FACB}"/>
              </a:ext>
            </a:extLst>
          </p:cNvPr>
          <p:cNvSpPr>
            <a:spLocks xmlns:a="http://schemas.openxmlformats.org/drawingml/2006/main" noGrp="1"/>
          </p:cNvSpPr>
          <p:nvPr/>
        </p:nvSpPr>
        <p:spPr>
          <a:xfrm xmlns:a="http://schemas.openxmlformats.org/drawingml/2006/main">
            <a:off x="2343150" y="4991100"/>
            <a:ext cx="742950"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3FC3C8D-FBB7-4CF3-8ACC-902002DD0A8F}"/>
              </a:ext>
            </a:extLst>
          </p:cNvPr>
          <p:cNvSpPr>
            <a:spLocks xmlns:a="http://schemas.openxmlformats.org/drawingml/2006/main" noGrp="1"/>
          </p:cNvSpPr>
          <p:nvPr/>
        </p:nvSpPr>
        <p:spPr>
          <a:xfrm xmlns:a="http://schemas.openxmlformats.org/drawingml/2006/main">
            <a:off x="3190875" y="4933950"/>
            <a:ext cx="152400" cy="1524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40F47B4-8E47-4623-B5DB-242710307695}"/>
              </a:ext>
            </a:extLst>
          </p:cNvPr>
          <p:cNvSpPr>
            <a:spLocks xmlns:a="http://schemas.openxmlformats.org/drawingml/2006/main" noGrp="1"/>
          </p:cNvSpPr>
          <p:nvPr/>
        </p:nvSpPr>
        <p:spPr>
          <a:xfrm xmlns:a="http://schemas.openxmlformats.org/drawingml/2006/main">
            <a:off x="3429000" y="4838700"/>
            <a:ext cx="1743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3F5D"/>
                </a:solidFill>
              </a:defRPr>
            </a:defPPr>
            <a:lvl1pPr algn="l">
              <a:defRPr sz="1275" b="1">
                <a:solidFill>
                  <a:srgbClr val="173F5D"/>
                </a:solidFill>
              </a:defRPr>
            </a:lvl1pPr>
            <a:lvl2pPr algn="l">
              <a:defRPr sz="1275" b="1">
                <a:solidFill>
                  <a:srgbClr val="173F5D"/>
                </a:solidFill>
              </a:defRPr>
            </a:lvl2pPr>
            <a:lvl3pPr algn="l">
              <a:defRPr sz="1275" b="1">
                <a:solidFill>
                  <a:srgbClr val="173F5D"/>
                </a:solidFill>
              </a:defRPr>
            </a:lvl3pPr>
            <a:lvl4pPr algn="l">
              <a:defRPr sz="1275" b="1">
                <a:solidFill>
                  <a:srgbClr val="173F5D"/>
                </a:solidFill>
              </a:defRPr>
            </a:lvl4pPr>
            <a:lvl5pPr algn="l">
              <a:defRPr sz="1275" b="1">
                <a:solidFill>
                  <a:srgbClr val="173F5D"/>
                </a:solidFill>
              </a:defRPr>
            </a:lvl5pPr>
            <a:lvl6pPr algn="l">
              <a:defRPr sz="1275" b="1">
                <a:solidFill>
                  <a:srgbClr val="173F5D"/>
                </a:solidFill>
              </a:defRPr>
            </a:lvl6pPr>
            <a:lvl7pPr algn="l">
              <a:defRPr sz="1275" b="1">
                <a:solidFill>
                  <a:srgbClr val="173F5D"/>
                </a:solidFill>
              </a:defRPr>
            </a:lvl7pPr>
            <a:lvl8pPr algn="l">
              <a:defRPr sz="1275" b="1">
                <a:solidFill>
                  <a:srgbClr val="173F5D"/>
                </a:solidFill>
              </a:defRPr>
            </a:lvl8pPr>
            <a:lvl9pPr algn="l">
              <a:defRPr sz="1275" b="1">
                <a:solidFill>
                  <a:srgbClr val="173F5D"/>
                </a:solidFill>
              </a:defRPr>
            </a:lvl9pPr>
          </a:lstStyle>
          <a:p xmlns:a="http://schemas.openxmlformats.org/drawingml/2006/main">
            <a:pPr algn="l">
              <a:lnSpc>
                <a:spcPct val="106000"/>
              </a:lnSpc>
              <a:buNone/>
              <a:defRPr sz="1275" b="1">
                <a:solidFill>
                  <a:srgbClr val="173F5D"/>
                </a:solidFill>
              </a:defRPr>
            </a:pPr>
            <a:r>
              <a:rPr sz="1275" b="1">
                <a:solidFill>
                  <a:srgbClr val="173F5D"/>
                </a:solidFill>
              </a:rPr>
              <a:t>ICT review</a:t>
            </a:r>
          </a:p>
        </p:txBody>
      </p:sp>
      <p:sp>
        <p:nvSpPr>
          <p:cNvPr id="28" name="">
            <a:extLst xmlns:a="http://schemas.openxmlformats.org/drawingml/2006/main">
              <a:ext uri="{FF2B5EF4-FFF2-40B4-BE49-F238E27FC236}">
                <a16:creationId xmlns:a16="http://schemas.microsoft.com/office/drawing/2014/main" id="{255458D2-D186-4973-AE93-27ACBE569CB9}"/>
              </a:ext>
            </a:extLst>
          </p:cNvPr>
          <p:cNvSpPr>
            <a:spLocks xmlns:a="http://schemas.openxmlformats.org/drawingml/2006/main" noGrp="1"/>
          </p:cNvSpPr>
          <p:nvPr/>
        </p:nvSpPr>
        <p:spPr>
          <a:xfrm xmlns:a="http://schemas.openxmlformats.org/drawingml/2006/main">
            <a:off x="4514850" y="4991100"/>
            <a:ext cx="742950"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5CF2E95-CFD5-464B-B8F5-992B4E42192C}"/>
              </a:ext>
            </a:extLst>
          </p:cNvPr>
          <p:cNvSpPr>
            <a:spLocks xmlns:a="http://schemas.openxmlformats.org/drawingml/2006/main" noGrp="1"/>
          </p:cNvSpPr>
          <p:nvPr/>
        </p:nvSpPr>
        <p:spPr>
          <a:xfrm xmlns:a="http://schemas.openxmlformats.org/drawingml/2006/main">
            <a:off x="5362575" y="4933950"/>
            <a:ext cx="152400" cy="1524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2416934-C232-41A0-A968-1DFA6E4BC78E}"/>
              </a:ext>
            </a:extLst>
          </p:cNvPr>
          <p:cNvSpPr>
            <a:spLocks xmlns:a="http://schemas.openxmlformats.org/drawingml/2006/main" noGrp="1"/>
          </p:cNvSpPr>
          <p:nvPr/>
        </p:nvSpPr>
        <p:spPr>
          <a:xfrm xmlns:a="http://schemas.openxmlformats.org/drawingml/2006/main">
            <a:off x="5600700" y="4838700"/>
            <a:ext cx="1743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3F5D"/>
                </a:solidFill>
              </a:defRPr>
            </a:defPPr>
            <a:lvl1pPr algn="l">
              <a:defRPr sz="1275" b="1">
                <a:solidFill>
                  <a:srgbClr val="173F5D"/>
                </a:solidFill>
              </a:defRPr>
            </a:lvl1pPr>
            <a:lvl2pPr algn="l">
              <a:defRPr sz="1275" b="1">
                <a:solidFill>
                  <a:srgbClr val="173F5D"/>
                </a:solidFill>
              </a:defRPr>
            </a:lvl2pPr>
            <a:lvl3pPr algn="l">
              <a:defRPr sz="1275" b="1">
                <a:solidFill>
                  <a:srgbClr val="173F5D"/>
                </a:solidFill>
              </a:defRPr>
            </a:lvl3pPr>
            <a:lvl4pPr algn="l">
              <a:defRPr sz="1275" b="1">
                <a:solidFill>
                  <a:srgbClr val="173F5D"/>
                </a:solidFill>
              </a:defRPr>
            </a:lvl4pPr>
            <a:lvl5pPr algn="l">
              <a:defRPr sz="1275" b="1">
                <a:solidFill>
                  <a:srgbClr val="173F5D"/>
                </a:solidFill>
              </a:defRPr>
            </a:lvl5pPr>
            <a:lvl6pPr algn="l">
              <a:defRPr sz="1275" b="1">
                <a:solidFill>
                  <a:srgbClr val="173F5D"/>
                </a:solidFill>
              </a:defRPr>
            </a:lvl6pPr>
            <a:lvl7pPr algn="l">
              <a:defRPr sz="1275" b="1">
                <a:solidFill>
                  <a:srgbClr val="173F5D"/>
                </a:solidFill>
              </a:defRPr>
            </a:lvl7pPr>
            <a:lvl8pPr algn="l">
              <a:defRPr sz="1275" b="1">
                <a:solidFill>
                  <a:srgbClr val="173F5D"/>
                </a:solidFill>
              </a:defRPr>
            </a:lvl8pPr>
            <a:lvl9pPr algn="l">
              <a:defRPr sz="1275" b="1">
                <a:solidFill>
                  <a:srgbClr val="173F5D"/>
                </a:solidFill>
              </a:defRPr>
            </a:lvl9pPr>
          </a:lstStyle>
          <a:p xmlns:a="http://schemas.openxmlformats.org/drawingml/2006/main">
            <a:pPr algn="l">
              <a:lnSpc>
                <a:spcPct val="106000"/>
              </a:lnSpc>
              <a:buNone/>
              <a:defRPr sz="1275" b="1">
                <a:solidFill>
                  <a:srgbClr val="173F5D"/>
                </a:solidFill>
              </a:defRPr>
            </a:pPr>
            <a:r>
              <a:rPr sz="1275" b="1">
                <a:solidFill>
                  <a:srgbClr val="173F5D"/>
                </a:solidFill>
              </a:rPr>
              <a:t>Resolved</a:t>
            </a:r>
          </a:p>
        </p:txBody>
      </p:sp>
      <p:sp>
        <p:nvSpPr>
          <p:cNvPr id="31" name="">
            <a:extLst xmlns:a="http://schemas.openxmlformats.org/drawingml/2006/main">
              <a:ext uri="{FF2B5EF4-FFF2-40B4-BE49-F238E27FC236}">
                <a16:creationId xmlns:a16="http://schemas.microsoft.com/office/drawing/2014/main" id="{15A24C0A-D205-49ED-B1D7-4C42F707A2DE}"/>
              </a:ext>
            </a:extLst>
          </p:cNvPr>
          <p:cNvSpPr>
            <a:spLocks xmlns:a="http://schemas.openxmlformats.org/drawingml/2006/main" noGrp="1"/>
          </p:cNvSpPr>
          <p:nvPr/>
        </p:nvSpPr>
        <p:spPr>
          <a:xfrm xmlns:a="http://schemas.openxmlformats.org/drawingml/2006/main">
            <a:off x="8724900" y="1628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WHEN A TICKET IS OPEN</a:t>
            </a:r>
          </a:p>
        </p:txBody>
      </p:sp>
      <p:sp>
        <p:nvSpPr>
          <p:cNvPr id="32" name="">
            <a:extLst xmlns:a="http://schemas.openxmlformats.org/drawingml/2006/main">
              <a:ext uri="{FF2B5EF4-FFF2-40B4-BE49-F238E27FC236}">
                <a16:creationId xmlns:a16="http://schemas.microsoft.com/office/drawing/2014/main" id="{7DC71A4F-B6F5-4947-9583-23E1F920BC39}"/>
              </a:ext>
            </a:extLst>
          </p:cNvPr>
          <p:cNvSpPr>
            <a:spLocks xmlns:a="http://schemas.openxmlformats.org/drawingml/2006/main" noGrp="1"/>
          </p:cNvSpPr>
          <p:nvPr/>
        </p:nvSpPr>
        <p:spPr>
          <a:xfrm xmlns:a="http://schemas.openxmlformats.org/drawingml/2006/main">
            <a:off x="8801100" y="21621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1E18FF5-4802-4C18-9EAA-D63C1142E89C}"/>
              </a:ext>
            </a:extLst>
          </p:cNvPr>
          <p:cNvSpPr>
            <a:spLocks xmlns:a="http://schemas.openxmlformats.org/drawingml/2006/main" noGrp="1"/>
          </p:cNvSpPr>
          <p:nvPr/>
        </p:nvSpPr>
        <p:spPr>
          <a:xfrm xmlns:a="http://schemas.openxmlformats.org/drawingml/2006/main">
            <a:off x="9029700" y="203835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Review the status</a:t>
            </a:r>
          </a:p>
        </p:txBody>
      </p:sp>
      <p:sp>
        <p:nvSpPr>
          <p:cNvPr id="34" name="">
            <a:extLst xmlns:a="http://schemas.openxmlformats.org/drawingml/2006/main">
              <a:ext uri="{FF2B5EF4-FFF2-40B4-BE49-F238E27FC236}">
                <a16:creationId xmlns:a16="http://schemas.microsoft.com/office/drawing/2014/main" id="{C713B953-D364-46A1-A832-E3D3C56866B6}"/>
              </a:ext>
            </a:extLst>
          </p:cNvPr>
          <p:cNvSpPr>
            <a:spLocks xmlns:a="http://schemas.openxmlformats.org/drawingml/2006/main" noGrp="1"/>
          </p:cNvSpPr>
          <p:nvPr/>
        </p:nvSpPr>
        <p:spPr>
          <a:xfrm xmlns:a="http://schemas.openxmlformats.org/drawingml/2006/main">
            <a:off x="8801100" y="279082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EA07DF3-5AAF-4A08-AA37-6682BA5E8C19}"/>
              </a:ext>
            </a:extLst>
          </p:cNvPr>
          <p:cNvSpPr>
            <a:spLocks xmlns:a="http://schemas.openxmlformats.org/drawingml/2006/main" noGrp="1"/>
          </p:cNvSpPr>
          <p:nvPr/>
        </p:nvSpPr>
        <p:spPr>
          <a:xfrm xmlns:a="http://schemas.openxmlformats.org/drawingml/2006/main">
            <a:off x="9029700" y="266700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Read ICT action history</a:t>
            </a:r>
          </a:p>
        </p:txBody>
      </p:sp>
      <p:sp>
        <p:nvSpPr>
          <p:cNvPr id="36" name="">
            <a:extLst xmlns:a="http://schemas.openxmlformats.org/drawingml/2006/main">
              <a:ext uri="{FF2B5EF4-FFF2-40B4-BE49-F238E27FC236}">
                <a16:creationId xmlns:a16="http://schemas.microsoft.com/office/drawing/2014/main" id="{2D9443BE-F0D6-4E7C-81F3-BC455DC8329D}"/>
              </a:ext>
            </a:extLst>
          </p:cNvPr>
          <p:cNvSpPr>
            <a:spLocks xmlns:a="http://schemas.openxmlformats.org/drawingml/2006/main" noGrp="1"/>
          </p:cNvSpPr>
          <p:nvPr/>
        </p:nvSpPr>
        <p:spPr>
          <a:xfrm xmlns:a="http://schemas.openxmlformats.org/drawingml/2006/main">
            <a:off x="8801100" y="34194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196DD87-44FE-4C19-B9A0-84773CD1B9DC}"/>
              </a:ext>
            </a:extLst>
          </p:cNvPr>
          <p:cNvSpPr>
            <a:spLocks xmlns:a="http://schemas.openxmlformats.org/drawingml/2006/main" noGrp="1"/>
          </p:cNvSpPr>
          <p:nvPr/>
        </p:nvSpPr>
        <p:spPr>
          <a:xfrm xmlns:a="http://schemas.openxmlformats.org/drawingml/2006/main">
            <a:off x="9029700" y="329565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Check timing information</a:t>
            </a:r>
          </a:p>
        </p:txBody>
      </p:sp>
      <p:sp>
        <p:nvSpPr>
          <p:cNvPr id="38" name="">
            <a:extLst xmlns:a="http://schemas.openxmlformats.org/drawingml/2006/main">
              <a:ext uri="{FF2B5EF4-FFF2-40B4-BE49-F238E27FC236}">
                <a16:creationId xmlns:a16="http://schemas.microsoft.com/office/drawing/2014/main" id="{1EF2C965-52D2-4533-9269-101BC467EC59}"/>
              </a:ext>
            </a:extLst>
          </p:cNvPr>
          <p:cNvSpPr>
            <a:spLocks xmlns:a="http://schemas.openxmlformats.org/drawingml/2006/main" noGrp="1"/>
          </p:cNvSpPr>
          <p:nvPr/>
        </p:nvSpPr>
        <p:spPr>
          <a:xfrm xmlns:a="http://schemas.openxmlformats.org/drawingml/2006/main">
            <a:off x="8801100" y="4048125"/>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22EE443-826F-4A5F-85DC-63DAB735D9E4}"/>
              </a:ext>
            </a:extLst>
          </p:cNvPr>
          <p:cNvSpPr>
            <a:spLocks xmlns:a="http://schemas.openxmlformats.org/drawingml/2006/main" noGrp="1"/>
          </p:cNvSpPr>
          <p:nvPr/>
        </p:nvSpPr>
        <p:spPr>
          <a:xfrm xmlns:a="http://schemas.openxmlformats.org/drawingml/2006/main">
            <a:off x="9029700" y="392430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Use ticket number in follow-up</a:t>
            </a:r>
          </a:p>
        </p:txBody>
      </p:sp>
      <p:sp>
        <p:nvSpPr>
          <p:cNvPr id="40" name="">
            <a:extLst xmlns:a="http://schemas.openxmlformats.org/drawingml/2006/main">
              <a:ext uri="{FF2B5EF4-FFF2-40B4-BE49-F238E27FC236}">
                <a16:creationId xmlns:a16="http://schemas.microsoft.com/office/drawing/2014/main" id="{2BE47299-D26E-4411-989D-EA7B100EDFBA}"/>
              </a:ext>
            </a:extLst>
          </p:cNvPr>
          <p:cNvSpPr>
            <a:spLocks xmlns:a="http://schemas.openxmlformats.org/drawingml/2006/main" noGrp="1"/>
          </p:cNvSpPr>
          <p:nvPr/>
        </p:nvSpPr>
        <p:spPr>
          <a:xfrm xmlns:a="http://schemas.openxmlformats.org/drawingml/2006/main">
            <a:off x="8696325" y="4781550"/>
            <a:ext cx="2743200" cy="63817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948E10B-A453-4F54-9899-4CFB3ECE1A61}"/>
              </a:ext>
            </a:extLst>
          </p:cNvPr>
          <p:cNvSpPr>
            <a:spLocks xmlns:a="http://schemas.openxmlformats.org/drawingml/2006/main" noGrp="1"/>
          </p:cNvSpPr>
          <p:nvPr/>
        </p:nvSpPr>
        <p:spPr>
          <a:xfrm xmlns:a="http://schemas.openxmlformats.org/drawingml/2006/main">
            <a:off x="8820150" y="485775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3F5D"/>
                </a:solidFill>
              </a:defRPr>
            </a:defPPr>
            <a:lvl1pPr algn="ctr">
              <a:defRPr sz="1200" b="1">
                <a:solidFill>
                  <a:srgbClr val="173F5D"/>
                </a:solidFill>
              </a:defRPr>
            </a:lvl1pPr>
            <a:lvl2pPr algn="ctr">
              <a:defRPr sz="1200" b="1">
                <a:solidFill>
                  <a:srgbClr val="173F5D"/>
                </a:solidFill>
              </a:defRPr>
            </a:lvl2pPr>
            <a:lvl3pPr algn="ctr">
              <a:defRPr sz="1200" b="1">
                <a:solidFill>
                  <a:srgbClr val="173F5D"/>
                </a:solidFill>
              </a:defRPr>
            </a:lvl3pPr>
            <a:lvl4pPr algn="ctr">
              <a:defRPr sz="1200" b="1">
                <a:solidFill>
                  <a:srgbClr val="173F5D"/>
                </a:solidFill>
              </a:defRPr>
            </a:lvl4pPr>
            <a:lvl5pPr algn="ctr">
              <a:defRPr sz="1200" b="1">
                <a:solidFill>
                  <a:srgbClr val="173F5D"/>
                </a:solidFill>
              </a:defRPr>
            </a:lvl5pPr>
            <a:lvl6pPr algn="ctr">
              <a:defRPr sz="1200" b="1">
                <a:solidFill>
                  <a:srgbClr val="173F5D"/>
                </a:solidFill>
              </a:defRPr>
            </a:lvl6pPr>
            <a:lvl7pPr algn="ctr">
              <a:defRPr sz="1200" b="1">
                <a:solidFill>
                  <a:srgbClr val="173F5D"/>
                </a:solidFill>
              </a:defRPr>
            </a:lvl7pPr>
            <a:lvl8pPr algn="ctr">
              <a:defRPr sz="1200" b="1">
                <a:solidFill>
                  <a:srgbClr val="173F5D"/>
                </a:solidFill>
              </a:defRPr>
            </a:lvl8pPr>
            <a:lvl9pPr algn="ctr">
              <a:defRPr sz="1200" b="1">
                <a:solidFill>
                  <a:srgbClr val="173F5D"/>
                </a:solidFill>
              </a:defRPr>
            </a:lvl9pPr>
          </a:lstStyle>
          <a:p xmlns:a="http://schemas.openxmlformats.org/drawingml/2006/main">
            <a:pPr algn="ctr">
              <a:lnSpc>
                <a:spcPct val="106000"/>
              </a:lnSpc>
              <a:buNone/>
              <a:defRPr sz="1200" b="1">
                <a:solidFill>
                  <a:srgbClr val="173F5D"/>
                </a:solidFill>
              </a:defRPr>
            </a:pPr>
            <a:r>
              <a:rPr sz="1200" b="1">
                <a:solidFill>
                  <a:srgbClr val="173F5D"/>
                </a:solidFill>
              </a:rPr>
              <a:t>Portal values update as ICT works the request.</a:t>
            </a:r>
          </a:p>
        </p:txBody>
      </p:sp>
    </p:spTree>
    <p:extLst>
      <p:ext uri="{BB962C8B-B14F-4D97-AF65-F5344CB8AC3E}">
        <p14:creationId xmlns:p14="http://schemas.microsoft.com/office/powerpoint/2010/main" val="1734813423"/>
      </p:ext>
    </p:extLst>
  </p:cSld>
</p:sld>
</file>

<file path=ppt/slides/slide1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DA3A3D-8DE7-4A77-B654-8619B589EAC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15A26D-0875-468E-9876-11BD1C466878}"/>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Notifications and ticket conversation</a:t>
            </a:r>
          </a:p>
        </p:txBody>
      </p:sp>
      <p:sp>
        <p:nvSpPr>
          <p:cNvPr id="3" name="">
            <a:extLst xmlns:a="http://schemas.openxmlformats.org/drawingml/2006/main">
              <a:ext uri="{FF2B5EF4-FFF2-40B4-BE49-F238E27FC236}">
                <a16:creationId xmlns:a16="http://schemas.microsoft.com/office/drawing/2014/main" id="{AC56F1E8-E694-43A1-B1C2-BCE6DBD01726}"/>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C29038-96CC-4CFD-B593-506AD00BA6B1}"/>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7D1EE079-9FA7-48FA-9FAF-F9CBAD634FAE}"/>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17</a:t>
            </a:r>
          </a:p>
        </p:txBody>
      </p:sp>
      <p:pic>
        <p:nvPicPr>
          <p:cNvPr id="6" name="">
            <a:extLst xmlns:a="http://schemas.openxmlformats.org/drawingml/2006/main">
              <a:ext uri="{FF2B5EF4-FFF2-40B4-BE49-F238E27FC236}">
                <a16:creationId xmlns:a16="http://schemas.microsoft.com/office/drawing/2014/main" id="{E69C3AD4-732E-453D-A315-46FAC8F6CA9E}"/>
              </a:ext>
            </a:extLst>
          </p:cNvPr>
          <p:cNvPicPr>
            <a:picLocks xmlns:a="http://schemas.openxmlformats.org/drawingml/2006/main" noChangeAspect="1"/>
          </p:cNvPicPr>
          <p:nvPr/>
        </p:nvPicPr>
        <p:blipFill>
          <a:blip xmlns:r="http://schemas.openxmlformats.org/officeDocument/2006/relationships" xmlns:a="http://schemas.openxmlformats.org/drawingml/2006/main" r:embed="R94389206ae984c7d"/>
          <a:stretch xmlns:a="http://schemas.openxmlformats.org/drawingml/2006/main"/>
        </p:blipFill>
        <p:spPr>
          <a:xfrm xmlns:a="http://schemas.openxmlformats.org/drawingml/2006/main">
            <a:off x="619125" y="1333500"/>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00A6583-8324-4EC0-8426-F65178CCCC07}"/>
              </a:ext>
            </a:extLst>
          </p:cNvPr>
          <p:cNvSpPr>
            <a:spLocks xmlns:a="http://schemas.openxmlformats.org/drawingml/2006/main" noGrp="1"/>
          </p:cNvSpPr>
          <p:nvPr/>
        </p:nvSpPr>
        <p:spPr>
          <a:xfrm xmlns:a="http://schemas.openxmlformats.org/drawingml/2006/main">
            <a:off x="8572500" y="17907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19D43F-2483-4049-A37C-B17F4F0AEC11}"/>
              </a:ext>
            </a:extLst>
          </p:cNvPr>
          <p:cNvSpPr>
            <a:spLocks xmlns:a="http://schemas.openxmlformats.org/drawingml/2006/main" noGrp="1"/>
          </p:cNvSpPr>
          <p:nvPr/>
        </p:nvSpPr>
        <p:spPr>
          <a:xfrm xmlns:a="http://schemas.openxmlformats.org/drawingml/2006/main">
            <a:off x="8572500" y="1790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6A184EC9-8198-48DC-B4FF-CFFA1C46B66D}"/>
              </a:ext>
            </a:extLst>
          </p:cNvPr>
          <p:cNvSpPr>
            <a:spLocks xmlns:a="http://schemas.openxmlformats.org/drawingml/2006/main" noGrp="1"/>
          </p:cNvSpPr>
          <p:nvPr/>
        </p:nvSpPr>
        <p:spPr>
          <a:xfrm xmlns:a="http://schemas.openxmlformats.org/drawingml/2006/main">
            <a:off x="9086850" y="17526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See an update</a:t>
            </a:r>
          </a:p>
        </p:txBody>
      </p:sp>
      <p:sp>
        <p:nvSpPr>
          <p:cNvPr id="10" name="">
            <a:extLst xmlns:a="http://schemas.openxmlformats.org/drawingml/2006/main">
              <a:ext uri="{FF2B5EF4-FFF2-40B4-BE49-F238E27FC236}">
                <a16:creationId xmlns:a16="http://schemas.microsoft.com/office/drawing/2014/main" id="{A1A35F15-6246-4261-8740-809A4B66EB59}"/>
              </a:ext>
            </a:extLst>
          </p:cNvPr>
          <p:cNvSpPr>
            <a:spLocks xmlns:a="http://schemas.openxmlformats.org/drawingml/2006/main" noGrp="1"/>
          </p:cNvSpPr>
          <p:nvPr/>
        </p:nvSpPr>
        <p:spPr>
          <a:xfrm xmlns:a="http://schemas.openxmlformats.org/drawingml/2006/main">
            <a:off x="9086850" y="2114550"/>
            <a:ext cx="2209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Open the notification or go to My Tickets.</a:t>
            </a:r>
          </a:p>
        </p:txBody>
      </p:sp>
      <p:sp>
        <p:nvSpPr>
          <p:cNvPr id="11" name="">
            <a:extLst xmlns:a="http://schemas.openxmlformats.org/drawingml/2006/main">
              <a:ext uri="{FF2B5EF4-FFF2-40B4-BE49-F238E27FC236}">
                <a16:creationId xmlns:a16="http://schemas.microsoft.com/office/drawing/2014/main" id="{1B94687F-392C-4109-9D47-0B578546DD66}"/>
              </a:ext>
            </a:extLst>
          </p:cNvPr>
          <p:cNvSpPr>
            <a:spLocks xmlns:a="http://schemas.openxmlformats.org/drawingml/2006/main" noGrp="1"/>
          </p:cNvSpPr>
          <p:nvPr/>
        </p:nvSpPr>
        <p:spPr>
          <a:xfrm xmlns:a="http://schemas.openxmlformats.org/drawingml/2006/main">
            <a:off x="8572500" y="300990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1BCB3B-1E89-462C-992D-7D883897167A}"/>
              </a:ext>
            </a:extLst>
          </p:cNvPr>
          <p:cNvSpPr>
            <a:spLocks xmlns:a="http://schemas.openxmlformats.org/drawingml/2006/main" noGrp="1"/>
          </p:cNvSpPr>
          <p:nvPr/>
        </p:nvSpPr>
        <p:spPr>
          <a:xfrm xmlns:a="http://schemas.openxmlformats.org/drawingml/2006/main">
            <a:off x="8572500" y="30099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D49F9E0F-5CB6-479A-BA68-167DB4E8780F}"/>
              </a:ext>
            </a:extLst>
          </p:cNvPr>
          <p:cNvSpPr>
            <a:spLocks xmlns:a="http://schemas.openxmlformats.org/drawingml/2006/main" noGrp="1"/>
          </p:cNvSpPr>
          <p:nvPr/>
        </p:nvSpPr>
        <p:spPr>
          <a:xfrm xmlns:a="http://schemas.openxmlformats.org/drawingml/2006/main">
            <a:off x="9086850" y="29718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Open the relevant ticket</a:t>
            </a:r>
          </a:p>
        </p:txBody>
      </p:sp>
      <p:sp>
        <p:nvSpPr>
          <p:cNvPr id="14" name="">
            <a:extLst xmlns:a="http://schemas.openxmlformats.org/drawingml/2006/main">
              <a:ext uri="{FF2B5EF4-FFF2-40B4-BE49-F238E27FC236}">
                <a16:creationId xmlns:a16="http://schemas.microsoft.com/office/drawing/2014/main" id="{1690DEEA-FF9F-4EC8-A5FE-B3A3A461ECD7}"/>
              </a:ext>
            </a:extLst>
          </p:cNvPr>
          <p:cNvSpPr>
            <a:spLocks xmlns:a="http://schemas.openxmlformats.org/drawingml/2006/main" noGrp="1"/>
          </p:cNvSpPr>
          <p:nvPr/>
        </p:nvSpPr>
        <p:spPr>
          <a:xfrm xmlns:a="http://schemas.openxmlformats.org/drawingml/2006/main">
            <a:off x="9086850" y="3333750"/>
            <a:ext cx="2209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Read the current status and messages.</a:t>
            </a:r>
          </a:p>
        </p:txBody>
      </p:sp>
      <p:sp>
        <p:nvSpPr>
          <p:cNvPr id="15" name="">
            <a:extLst xmlns:a="http://schemas.openxmlformats.org/drawingml/2006/main">
              <a:ext uri="{FF2B5EF4-FFF2-40B4-BE49-F238E27FC236}">
                <a16:creationId xmlns:a16="http://schemas.microsoft.com/office/drawing/2014/main" id="{A78F1193-F9E9-4FEA-A79A-7E3C904ECB16}"/>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5ADA1C6-56C6-4564-A41A-9D0496245CE2}"/>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60B73F67-042B-4CDC-9271-CC7FA1B16D4D}"/>
              </a:ext>
            </a:extLst>
          </p:cNvPr>
          <p:cNvSpPr>
            <a:spLocks xmlns:a="http://schemas.openxmlformats.org/drawingml/2006/main" noGrp="1"/>
          </p:cNvSpPr>
          <p:nvPr/>
        </p:nvSpPr>
        <p:spPr>
          <a:xfrm xmlns:a="http://schemas.openxmlformats.org/drawingml/2006/main">
            <a:off x="9086850" y="41910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Reply in the thread</a:t>
            </a:r>
          </a:p>
        </p:txBody>
      </p:sp>
      <p:sp>
        <p:nvSpPr>
          <p:cNvPr id="18" name="">
            <a:extLst xmlns:a="http://schemas.openxmlformats.org/drawingml/2006/main">
              <a:ext uri="{FF2B5EF4-FFF2-40B4-BE49-F238E27FC236}">
                <a16:creationId xmlns:a16="http://schemas.microsoft.com/office/drawing/2014/main" id="{A4303990-BFEE-4219-8DFE-68B3F9558FE3}"/>
              </a:ext>
            </a:extLst>
          </p:cNvPr>
          <p:cNvSpPr>
            <a:spLocks xmlns:a="http://schemas.openxmlformats.org/drawingml/2006/main" noGrp="1"/>
          </p:cNvSpPr>
          <p:nvPr/>
        </p:nvSpPr>
        <p:spPr>
          <a:xfrm xmlns:a="http://schemas.openxmlformats.org/drawingml/2006/main">
            <a:off x="9086850" y="4552950"/>
            <a:ext cx="2209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Add details or a photo if requested.</a:t>
            </a:r>
          </a:p>
        </p:txBody>
      </p:sp>
    </p:spTree>
    <p:extLst>
      <p:ext uri="{BB962C8B-B14F-4D97-AF65-F5344CB8AC3E}">
        <p14:creationId xmlns:p14="http://schemas.microsoft.com/office/powerpoint/2010/main" val="978348715"/>
      </p:ext>
    </p:extLst>
  </p:cSld>
</p:sld>
</file>

<file path=ppt/slides/slide1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6F83252-E0B0-44E0-A5C4-10849FEA73A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71CA80-42D6-412E-BCB6-E25A0AF2952C}"/>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Edit a ticket when the portal allows it</a:t>
            </a:r>
          </a:p>
        </p:txBody>
      </p:sp>
      <p:sp>
        <p:nvSpPr>
          <p:cNvPr id="3" name="">
            <a:extLst xmlns:a="http://schemas.openxmlformats.org/drawingml/2006/main">
              <a:ext uri="{FF2B5EF4-FFF2-40B4-BE49-F238E27FC236}">
                <a16:creationId xmlns:a16="http://schemas.microsoft.com/office/drawing/2014/main" id="{3079331B-62C5-4093-9646-025E96B91BAA}"/>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72D6DB-F453-4639-AC37-A5B0967620CB}"/>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2D4247CF-85C7-4356-823E-E89F7DF7D76F}"/>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18</a:t>
            </a:r>
          </a:p>
        </p:txBody>
      </p:sp>
      <p:sp>
        <p:nvSpPr>
          <p:cNvPr id="6" name="">
            <a:extLst xmlns:a="http://schemas.openxmlformats.org/drawingml/2006/main">
              <a:ext uri="{FF2B5EF4-FFF2-40B4-BE49-F238E27FC236}">
                <a16:creationId xmlns:a16="http://schemas.microsoft.com/office/drawing/2014/main" id="{8D55B1BA-EEA0-4D48-BE28-ED2EDFB73A82}"/>
              </a:ext>
            </a:extLst>
          </p:cNvPr>
          <p:cNvSpPr>
            <a:spLocks xmlns:a="http://schemas.openxmlformats.org/drawingml/2006/main" noGrp="1"/>
          </p:cNvSpPr>
          <p:nvPr/>
        </p:nvSpPr>
        <p:spPr>
          <a:xfrm xmlns:a="http://schemas.openxmlformats.org/drawingml/2006/main">
            <a:off x="619125" y="1381125"/>
            <a:ext cx="7572375" cy="41910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B3BEA134-B214-4CA6-9107-A14E0178C865}"/>
              </a:ext>
            </a:extLst>
          </p:cNvPr>
          <p:cNvSpPr>
            <a:spLocks xmlns:a="http://schemas.openxmlformats.org/drawingml/2006/main" noGrp="1"/>
          </p:cNvSpPr>
          <p:nvPr/>
        </p:nvSpPr>
        <p:spPr>
          <a:xfrm xmlns:a="http://schemas.openxmlformats.org/drawingml/2006/main">
            <a:off x="847725" y="1543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78C89"/>
                </a:solidFill>
              </a:defRPr>
            </a:defPPr>
            <a:lvl1pPr algn="l">
              <a:defRPr sz="1125" b="1">
                <a:solidFill>
                  <a:srgbClr val="178C89"/>
                </a:solidFill>
              </a:defRPr>
            </a:lvl1pPr>
            <a:lvl2pPr algn="l">
              <a:defRPr sz="1125" b="1">
                <a:solidFill>
                  <a:srgbClr val="178C89"/>
                </a:solidFill>
              </a:defRPr>
            </a:lvl2pPr>
            <a:lvl3pPr algn="l">
              <a:defRPr sz="1125" b="1">
                <a:solidFill>
                  <a:srgbClr val="178C89"/>
                </a:solidFill>
              </a:defRPr>
            </a:lvl3pPr>
            <a:lvl4pPr algn="l">
              <a:defRPr sz="1125" b="1">
                <a:solidFill>
                  <a:srgbClr val="178C89"/>
                </a:solidFill>
              </a:defRPr>
            </a:lvl4pPr>
            <a:lvl5pPr algn="l">
              <a:defRPr sz="1125" b="1">
                <a:solidFill>
                  <a:srgbClr val="178C89"/>
                </a:solidFill>
              </a:defRPr>
            </a:lvl5pPr>
            <a:lvl6pPr algn="l">
              <a:defRPr sz="1125" b="1">
                <a:solidFill>
                  <a:srgbClr val="178C89"/>
                </a:solidFill>
              </a:defRPr>
            </a:lvl6pPr>
            <a:lvl7pPr algn="l">
              <a:defRPr sz="1125" b="1">
                <a:solidFill>
                  <a:srgbClr val="178C89"/>
                </a:solidFill>
              </a:defRPr>
            </a:lvl7pPr>
            <a:lvl8pPr algn="l">
              <a:defRPr sz="1125" b="1">
                <a:solidFill>
                  <a:srgbClr val="178C89"/>
                </a:solidFill>
              </a:defRPr>
            </a:lvl8pPr>
            <a:lvl9pPr algn="l">
              <a:defRPr sz="1125" b="1">
                <a:solidFill>
                  <a:srgbClr val="178C89"/>
                </a:solidFill>
              </a:defRPr>
            </a:lvl9pPr>
          </a:lstStyle>
          <a:p xmlns:a="http://schemas.openxmlformats.org/drawingml/2006/main">
            <a:pPr algn="l">
              <a:lnSpc>
                <a:spcPct val="106000"/>
              </a:lnSpc>
              <a:buNone/>
              <a:defRPr sz="1125" b="1">
                <a:solidFill>
                  <a:srgbClr val="178C89"/>
                </a:solidFill>
              </a:defRPr>
            </a:pPr>
            <a:r>
              <a:rPr sz="1125" b="1">
                <a:solidFill>
                  <a:srgbClr val="178C89"/>
                </a:solidFill>
              </a:rPr>
              <a:t>MY TICKETS  /  SELECTED REQUEST</a:t>
            </a:r>
          </a:p>
        </p:txBody>
      </p:sp>
      <p:sp>
        <p:nvSpPr>
          <p:cNvPr id="8" name="">
            <a:extLst xmlns:a="http://schemas.openxmlformats.org/drawingml/2006/main">
              <a:ext uri="{FF2B5EF4-FFF2-40B4-BE49-F238E27FC236}">
                <a16:creationId xmlns:a16="http://schemas.microsoft.com/office/drawing/2014/main" id="{535247A0-C9D4-489C-B1EE-BCC6C02430F2}"/>
              </a:ext>
            </a:extLst>
          </p:cNvPr>
          <p:cNvSpPr>
            <a:spLocks xmlns:a="http://schemas.openxmlformats.org/drawingml/2006/main" noGrp="1"/>
          </p:cNvSpPr>
          <p:nvPr/>
        </p:nvSpPr>
        <p:spPr>
          <a:xfrm xmlns:a="http://schemas.openxmlformats.org/drawingml/2006/main">
            <a:off x="847725" y="1857375"/>
            <a:ext cx="695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12E43"/>
                </a:solidFill>
              </a:defRPr>
            </a:defPPr>
            <a:lvl1pPr algn="l">
              <a:defRPr sz="1650" b="1">
                <a:solidFill>
                  <a:srgbClr val="112E43"/>
                </a:solidFill>
              </a:defRPr>
            </a:lvl1pPr>
            <a:lvl2pPr algn="l">
              <a:defRPr sz="1650" b="1">
                <a:solidFill>
                  <a:srgbClr val="112E43"/>
                </a:solidFill>
              </a:defRPr>
            </a:lvl2pPr>
            <a:lvl3pPr algn="l">
              <a:defRPr sz="1650" b="1">
                <a:solidFill>
                  <a:srgbClr val="112E43"/>
                </a:solidFill>
              </a:defRPr>
            </a:lvl3pPr>
            <a:lvl4pPr algn="l">
              <a:defRPr sz="1650" b="1">
                <a:solidFill>
                  <a:srgbClr val="112E43"/>
                </a:solidFill>
              </a:defRPr>
            </a:lvl4pPr>
            <a:lvl5pPr algn="l">
              <a:defRPr sz="1650" b="1">
                <a:solidFill>
                  <a:srgbClr val="112E43"/>
                </a:solidFill>
              </a:defRPr>
            </a:lvl5pPr>
            <a:lvl6pPr algn="l">
              <a:defRPr sz="1650" b="1">
                <a:solidFill>
                  <a:srgbClr val="112E43"/>
                </a:solidFill>
              </a:defRPr>
            </a:lvl6pPr>
            <a:lvl7pPr algn="l">
              <a:defRPr sz="1650" b="1">
                <a:solidFill>
                  <a:srgbClr val="112E43"/>
                </a:solidFill>
              </a:defRPr>
            </a:lvl7pPr>
            <a:lvl8pPr algn="l">
              <a:defRPr sz="1650" b="1">
                <a:solidFill>
                  <a:srgbClr val="112E43"/>
                </a:solidFill>
              </a:defRPr>
            </a:lvl8pPr>
            <a:lvl9pPr algn="l">
              <a:defRPr sz="1650" b="1">
                <a:solidFill>
                  <a:srgbClr val="112E43"/>
                </a:solidFill>
              </a:defRPr>
            </a:lvl9pPr>
          </a:lstStyle>
          <a:p xmlns:a="http://schemas.openxmlformats.org/drawingml/2006/main">
            <a:pPr algn="l">
              <a:lnSpc>
                <a:spcPct val="106000"/>
              </a:lnSpc>
              <a:buNone/>
              <a:defRPr sz="1650" b="1">
                <a:solidFill>
                  <a:srgbClr val="112E43"/>
                </a:solidFill>
              </a:defRPr>
            </a:pPr>
            <a:r>
              <a:rPr sz="1650" b="1">
                <a:solidFill>
                  <a:srgbClr val="112E43"/>
                </a:solidFill>
              </a:rPr>
              <a:t>[Ticket number]   •   [Concern type]</a:t>
            </a:r>
          </a:p>
        </p:txBody>
      </p:sp>
      <p:sp>
        <p:nvSpPr>
          <p:cNvPr id="9" name="">
            <a:extLst xmlns:a="http://schemas.openxmlformats.org/drawingml/2006/main">
              <a:ext uri="{FF2B5EF4-FFF2-40B4-BE49-F238E27FC236}">
                <a16:creationId xmlns:a16="http://schemas.microsoft.com/office/drawing/2014/main" id="{EA63459C-AA01-4514-A91A-37CB99E0EA58}"/>
              </a:ext>
            </a:extLst>
          </p:cNvPr>
          <p:cNvSpPr>
            <a:spLocks xmlns:a="http://schemas.openxmlformats.org/drawingml/2006/main" noGrp="1"/>
          </p:cNvSpPr>
          <p:nvPr/>
        </p:nvSpPr>
        <p:spPr>
          <a:xfrm xmlns:a="http://schemas.openxmlformats.org/drawingml/2006/main">
            <a:off x="847725" y="2295525"/>
            <a:ext cx="695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36B79"/>
                </a:solidFill>
              </a:defRPr>
            </a:defPPr>
            <a:lvl1pPr algn="l">
              <a:defRPr sz="1275" b="0">
                <a:solidFill>
                  <a:srgbClr val="536B79"/>
                </a:solidFill>
              </a:defRPr>
            </a:lvl1pPr>
            <a:lvl2pPr algn="l">
              <a:defRPr sz="1275" b="0">
                <a:solidFill>
                  <a:srgbClr val="536B79"/>
                </a:solidFill>
              </a:defRPr>
            </a:lvl2pPr>
            <a:lvl3pPr algn="l">
              <a:defRPr sz="1275" b="0">
                <a:solidFill>
                  <a:srgbClr val="536B79"/>
                </a:solidFill>
              </a:defRPr>
            </a:lvl3pPr>
            <a:lvl4pPr algn="l">
              <a:defRPr sz="1275" b="0">
                <a:solidFill>
                  <a:srgbClr val="536B79"/>
                </a:solidFill>
              </a:defRPr>
            </a:lvl4pPr>
            <a:lvl5pPr algn="l">
              <a:defRPr sz="1275" b="0">
                <a:solidFill>
                  <a:srgbClr val="536B79"/>
                </a:solidFill>
              </a:defRPr>
            </a:lvl5pPr>
            <a:lvl6pPr algn="l">
              <a:defRPr sz="1275" b="0">
                <a:solidFill>
                  <a:srgbClr val="536B79"/>
                </a:solidFill>
              </a:defRPr>
            </a:lvl6pPr>
            <a:lvl7pPr algn="l">
              <a:defRPr sz="1275" b="0">
                <a:solidFill>
                  <a:srgbClr val="536B79"/>
                </a:solidFill>
              </a:defRPr>
            </a:lvl7pPr>
            <a:lvl8pPr algn="l">
              <a:defRPr sz="1275" b="0">
                <a:solidFill>
                  <a:srgbClr val="536B79"/>
                </a:solidFill>
              </a:defRPr>
            </a:lvl8pPr>
            <a:lvl9pPr algn="l">
              <a:defRPr sz="1275" b="0">
                <a:solidFill>
                  <a:srgbClr val="536B79"/>
                </a:solidFill>
              </a:defRPr>
            </a:lvl9pPr>
          </a:lstStyle>
          <a:p xmlns:a="http://schemas.openxmlformats.org/drawingml/2006/main">
            <a:pPr algn="l">
              <a:lnSpc>
                <a:spcPct val="106000"/>
              </a:lnSpc>
              <a:buNone/>
              <a:defRPr sz="1275" b="0">
                <a:solidFill>
                  <a:srgbClr val="536B79"/>
                </a:solidFill>
              </a:defRPr>
            </a:pPr>
            <a:r>
              <a:rPr sz="1275" b="0">
                <a:solidFill>
                  <a:srgbClr val="536B79"/>
                </a:solidFill>
              </a:rPr>
              <a:t>Current status: [Portal status]   •   Impact: [Calculated level]</a:t>
            </a:r>
          </a:p>
        </p:txBody>
      </p:sp>
      <p:sp>
        <p:nvSpPr>
          <p:cNvPr id="10" name="">
            <a:extLst xmlns:a="http://schemas.openxmlformats.org/drawingml/2006/main">
              <a:ext uri="{FF2B5EF4-FFF2-40B4-BE49-F238E27FC236}">
                <a16:creationId xmlns:a16="http://schemas.microsoft.com/office/drawing/2014/main" id="{7E360970-3DD7-47C2-8987-C6819F8AE471}"/>
              </a:ext>
            </a:extLst>
          </p:cNvPr>
          <p:cNvSpPr>
            <a:spLocks xmlns:a="http://schemas.openxmlformats.org/drawingml/2006/main" noGrp="1"/>
          </p:cNvSpPr>
          <p:nvPr/>
        </p:nvSpPr>
        <p:spPr>
          <a:xfrm xmlns:a="http://schemas.openxmlformats.org/drawingml/2006/main">
            <a:off x="847725" y="2676525"/>
            <a:ext cx="6953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19DB415-6AB8-40F9-A765-D745E23387A6}"/>
              </a:ext>
            </a:extLst>
          </p:cNvPr>
          <p:cNvSpPr>
            <a:spLocks xmlns:a="http://schemas.openxmlformats.org/drawingml/2006/main" noGrp="1"/>
          </p:cNvSpPr>
          <p:nvPr/>
        </p:nvSpPr>
        <p:spPr>
          <a:xfrm xmlns:a="http://schemas.openxmlformats.org/drawingml/2006/main">
            <a:off x="847725" y="285750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8C89"/>
                </a:solidFill>
              </a:defRPr>
            </a:defPPr>
            <a:lvl1pPr algn="l">
              <a:defRPr sz="1050" b="1">
                <a:solidFill>
                  <a:srgbClr val="178C89"/>
                </a:solidFill>
              </a:defRPr>
            </a:lvl1pPr>
            <a:lvl2pPr algn="l">
              <a:defRPr sz="1050" b="1">
                <a:solidFill>
                  <a:srgbClr val="178C89"/>
                </a:solidFill>
              </a:defRPr>
            </a:lvl2pPr>
            <a:lvl3pPr algn="l">
              <a:defRPr sz="1050" b="1">
                <a:solidFill>
                  <a:srgbClr val="178C89"/>
                </a:solidFill>
              </a:defRPr>
            </a:lvl3pPr>
            <a:lvl4pPr algn="l">
              <a:defRPr sz="1050" b="1">
                <a:solidFill>
                  <a:srgbClr val="178C89"/>
                </a:solidFill>
              </a:defRPr>
            </a:lvl4pPr>
            <a:lvl5pPr algn="l">
              <a:defRPr sz="1050" b="1">
                <a:solidFill>
                  <a:srgbClr val="178C89"/>
                </a:solidFill>
              </a:defRPr>
            </a:lvl5pPr>
            <a:lvl6pPr algn="l">
              <a:defRPr sz="1050" b="1">
                <a:solidFill>
                  <a:srgbClr val="178C89"/>
                </a:solidFill>
              </a:defRPr>
            </a:lvl6pPr>
            <a:lvl7pPr algn="l">
              <a:defRPr sz="1050" b="1">
                <a:solidFill>
                  <a:srgbClr val="178C89"/>
                </a:solidFill>
              </a:defRPr>
            </a:lvl7pPr>
            <a:lvl8pPr algn="l">
              <a:defRPr sz="1050" b="1">
                <a:solidFill>
                  <a:srgbClr val="178C89"/>
                </a:solidFill>
              </a:defRPr>
            </a:lvl8pPr>
            <a:lvl9pPr algn="l">
              <a:defRPr sz="1050" b="1">
                <a:solidFill>
                  <a:srgbClr val="178C89"/>
                </a:solidFill>
              </a:defRPr>
            </a:lvl9pPr>
          </a:lstStyle>
          <a:p xmlns:a="http://schemas.openxmlformats.org/drawingml/2006/main">
            <a:pPr algn="l">
              <a:lnSpc>
                <a:spcPct val="106000"/>
              </a:lnSpc>
              <a:buNone/>
              <a:defRPr sz="1050" b="1">
                <a:solidFill>
                  <a:srgbClr val="178C89"/>
                </a:solidFill>
              </a:defRPr>
            </a:pPr>
            <a:r>
              <a:rPr sz="1050" b="1">
                <a:solidFill>
                  <a:srgbClr val="178C89"/>
                </a:solidFill>
              </a:rPr>
              <a:t>REQUEST DETAILS</a:t>
            </a:r>
          </a:p>
        </p:txBody>
      </p:sp>
      <p:sp>
        <p:nvSpPr>
          <p:cNvPr id="12" name="">
            <a:extLst xmlns:a="http://schemas.openxmlformats.org/drawingml/2006/main">
              <a:ext uri="{FF2B5EF4-FFF2-40B4-BE49-F238E27FC236}">
                <a16:creationId xmlns:a16="http://schemas.microsoft.com/office/drawing/2014/main" id="{3BD9CDBC-62B6-4344-AA34-43F24C37E346}"/>
              </a:ext>
            </a:extLst>
          </p:cNvPr>
          <p:cNvSpPr>
            <a:spLocks xmlns:a="http://schemas.openxmlformats.org/drawingml/2006/main" noGrp="1"/>
          </p:cNvSpPr>
          <p:nvPr/>
        </p:nvSpPr>
        <p:spPr>
          <a:xfrm xmlns:a="http://schemas.openxmlformats.org/drawingml/2006/main">
            <a:off x="847725" y="3181350"/>
            <a:ext cx="695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Branch: [Selected branch]     Department: [Selected department]</a:t>
            </a:r>
          </a:p>
        </p:txBody>
      </p:sp>
      <p:sp>
        <p:nvSpPr>
          <p:cNvPr id="13" name="">
            <a:extLst xmlns:a="http://schemas.openxmlformats.org/drawingml/2006/main">
              <a:ext uri="{FF2B5EF4-FFF2-40B4-BE49-F238E27FC236}">
                <a16:creationId xmlns:a16="http://schemas.microsoft.com/office/drawing/2014/main" id="{5A669D16-B245-4C7D-9ABB-81FFFFE57E39}"/>
              </a:ext>
            </a:extLst>
          </p:cNvPr>
          <p:cNvSpPr>
            <a:spLocks xmlns:a="http://schemas.openxmlformats.org/drawingml/2006/main" noGrp="1"/>
          </p:cNvSpPr>
          <p:nvPr/>
        </p:nvSpPr>
        <p:spPr>
          <a:xfrm xmlns:a="http://schemas.openxmlformats.org/drawingml/2006/main">
            <a:off x="847725" y="3514725"/>
            <a:ext cx="695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Description: [Submitted issue details]</a:t>
            </a:r>
          </a:p>
        </p:txBody>
      </p:sp>
      <p:sp>
        <p:nvSpPr>
          <p:cNvPr id="14" name="">
            <a:extLst xmlns:a="http://schemas.openxmlformats.org/drawingml/2006/main">
              <a:ext uri="{FF2B5EF4-FFF2-40B4-BE49-F238E27FC236}">
                <a16:creationId xmlns:a16="http://schemas.microsoft.com/office/drawing/2014/main" id="{C35595BD-73A4-4A4B-8E2C-FAB257DD2739}"/>
              </a:ext>
            </a:extLst>
          </p:cNvPr>
          <p:cNvSpPr>
            <a:spLocks xmlns:a="http://schemas.openxmlformats.org/drawingml/2006/main" noGrp="1"/>
          </p:cNvSpPr>
          <p:nvPr/>
        </p:nvSpPr>
        <p:spPr>
          <a:xfrm xmlns:a="http://schemas.openxmlformats.org/drawingml/2006/main">
            <a:off x="838200" y="4010025"/>
            <a:ext cx="7010400" cy="61912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B2776B1-B70A-41C3-801E-3689A2132811}"/>
              </a:ext>
            </a:extLst>
          </p:cNvPr>
          <p:cNvSpPr>
            <a:spLocks xmlns:a="http://schemas.openxmlformats.org/drawingml/2006/main" noGrp="1"/>
          </p:cNvSpPr>
          <p:nvPr/>
        </p:nvSpPr>
        <p:spPr>
          <a:xfrm xmlns:a="http://schemas.openxmlformats.org/drawingml/2006/main">
            <a:off x="1000125" y="40767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3F5D"/>
                </a:solidFill>
              </a:defRPr>
            </a:defPPr>
            <a:lvl1pPr algn="l">
              <a:defRPr sz="1350" b="1">
                <a:solidFill>
                  <a:srgbClr val="173F5D"/>
                </a:solidFill>
              </a:defRPr>
            </a:lvl1pPr>
            <a:lvl2pPr algn="l">
              <a:defRPr sz="1350" b="1">
                <a:solidFill>
                  <a:srgbClr val="173F5D"/>
                </a:solidFill>
              </a:defRPr>
            </a:lvl2pPr>
            <a:lvl3pPr algn="l">
              <a:defRPr sz="1350" b="1">
                <a:solidFill>
                  <a:srgbClr val="173F5D"/>
                </a:solidFill>
              </a:defRPr>
            </a:lvl3pPr>
            <a:lvl4pPr algn="l">
              <a:defRPr sz="1350" b="1">
                <a:solidFill>
                  <a:srgbClr val="173F5D"/>
                </a:solidFill>
              </a:defRPr>
            </a:lvl4pPr>
            <a:lvl5pPr algn="l">
              <a:defRPr sz="1350" b="1">
                <a:solidFill>
                  <a:srgbClr val="173F5D"/>
                </a:solidFill>
              </a:defRPr>
            </a:lvl5pPr>
            <a:lvl6pPr algn="l">
              <a:defRPr sz="1350" b="1">
                <a:solidFill>
                  <a:srgbClr val="173F5D"/>
                </a:solidFill>
              </a:defRPr>
            </a:lvl6pPr>
            <a:lvl7pPr algn="l">
              <a:defRPr sz="1350" b="1">
                <a:solidFill>
                  <a:srgbClr val="173F5D"/>
                </a:solidFill>
              </a:defRPr>
            </a:lvl7pPr>
            <a:lvl8pPr algn="l">
              <a:defRPr sz="1350" b="1">
                <a:solidFill>
                  <a:srgbClr val="173F5D"/>
                </a:solidFill>
              </a:defRPr>
            </a:lvl8pPr>
            <a:lvl9pPr algn="l">
              <a:defRPr sz="1350" b="1">
                <a:solidFill>
                  <a:srgbClr val="173F5D"/>
                </a:solidFill>
              </a:defRPr>
            </a:lvl9pPr>
          </a:lstStyle>
          <a:p xmlns:a="http://schemas.openxmlformats.org/drawingml/2006/main">
            <a:pPr algn="l">
              <a:lnSpc>
                <a:spcPct val="106000"/>
              </a:lnSpc>
              <a:buNone/>
              <a:defRPr sz="1350" b="1">
                <a:solidFill>
                  <a:srgbClr val="173F5D"/>
                </a:solidFill>
              </a:defRPr>
            </a:pPr>
            <a:r>
              <a:rPr sz="1350" b="1">
                <a:solidFill>
                  <a:srgbClr val="173F5D"/>
                </a:solidFill>
              </a:rPr>
              <a:t>Edit Ticket</a:t>
            </a:r>
          </a:p>
        </p:txBody>
      </p:sp>
      <p:sp>
        <p:nvSpPr>
          <p:cNvPr id="16" name="">
            <a:extLst xmlns:a="http://schemas.openxmlformats.org/drawingml/2006/main">
              <a:ext uri="{FF2B5EF4-FFF2-40B4-BE49-F238E27FC236}">
                <a16:creationId xmlns:a16="http://schemas.microsoft.com/office/drawing/2014/main" id="{AA89877C-E003-4BEB-8C1C-5BBD1A00CEAD}"/>
              </a:ext>
            </a:extLst>
          </p:cNvPr>
          <p:cNvSpPr>
            <a:spLocks xmlns:a="http://schemas.openxmlformats.org/drawingml/2006/main" noGrp="1"/>
          </p:cNvSpPr>
          <p:nvPr/>
        </p:nvSpPr>
        <p:spPr>
          <a:xfrm xmlns:a="http://schemas.openxmlformats.org/drawingml/2006/main">
            <a:off x="1000125" y="4343400"/>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36B79"/>
                </a:solidFill>
              </a:defRPr>
            </a:defPPr>
            <a:lvl1pPr algn="l">
              <a:defRPr sz="1125" b="0">
                <a:solidFill>
                  <a:srgbClr val="536B79"/>
                </a:solidFill>
              </a:defRPr>
            </a:lvl1pPr>
            <a:lvl2pPr algn="l">
              <a:defRPr sz="1125" b="0">
                <a:solidFill>
                  <a:srgbClr val="536B79"/>
                </a:solidFill>
              </a:defRPr>
            </a:lvl2pPr>
            <a:lvl3pPr algn="l">
              <a:defRPr sz="1125" b="0">
                <a:solidFill>
                  <a:srgbClr val="536B79"/>
                </a:solidFill>
              </a:defRPr>
            </a:lvl3pPr>
            <a:lvl4pPr algn="l">
              <a:defRPr sz="1125" b="0">
                <a:solidFill>
                  <a:srgbClr val="536B79"/>
                </a:solidFill>
              </a:defRPr>
            </a:lvl4pPr>
            <a:lvl5pPr algn="l">
              <a:defRPr sz="1125" b="0">
                <a:solidFill>
                  <a:srgbClr val="536B79"/>
                </a:solidFill>
              </a:defRPr>
            </a:lvl5pPr>
            <a:lvl6pPr algn="l">
              <a:defRPr sz="1125" b="0">
                <a:solidFill>
                  <a:srgbClr val="536B79"/>
                </a:solidFill>
              </a:defRPr>
            </a:lvl6pPr>
            <a:lvl7pPr algn="l">
              <a:defRPr sz="1125" b="0">
                <a:solidFill>
                  <a:srgbClr val="536B79"/>
                </a:solidFill>
              </a:defRPr>
            </a:lvl7pPr>
            <a:lvl8pPr algn="l">
              <a:defRPr sz="1125" b="0">
                <a:solidFill>
                  <a:srgbClr val="536B79"/>
                </a:solidFill>
              </a:defRPr>
            </a:lvl8pPr>
            <a:lvl9pPr algn="l">
              <a:defRPr sz="1125" b="0">
                <a:solidFill>
                  <a:srgbClr val="536B79"/>
                </a:solidFill>
              </a:defRPr>
            </a:lvl9pPr>
          </a:lstStyle>
          <a:p xmlns:a="http://schemas.openxmlformats.org/drawingml/2006/main">
            <a:pPr algn="l">
              <a:lnSpc>
                <a:spcPct val="106000"/>
              </a:lnSpc>
              <a:buNone/>
              <a:defRPr sz="1125" b="0">
                <a:solidFill>
                  <a:srgbClr val="536B79"/>
                </a:solidFill>
              </a:defRPr>
            </a:pPr>
            <a:r>
              <a:rPr sz="1125" b="0">
                <a:solidFill>
                  <a:srgbClr val="536B79"/>
                </a:solidFill>
              </a:rPr>
              <a:t>Shown only when edits are available for this ticket.</a:t>
            </a:r>
          </a:p>
        </p:txBody>
      </p:sp>
      <p:sp>
        <p:nvSpPr>
          <p:cNvPr id="17" name="">
            <a:extLst xmlns:a="http://schemas.openxmlformats.org/drawingml/2006/main">
              <a:ext uri="{FF2B5EF4-FFF2-40B4-BE49-F238E27FC236}">
                <a16:creationId xmlns:a16="http://schemas.microsoft.com/office/drawing/2014/main" id="{D463FCA1-7035-4957-8C3F-C07046679EDB}"/>
              </a:ext>
            </a:extLst>
          </p:cNvPr>
          <p:cNvSpPr>
            <a:spLocks xmlns:a="http://schemas.openxmlformats.org/drawingml/2006/main" noGrp="1"/>
          </p:cNvSpPr>
          <p:nvPr/>
        </p:nvSpPr>
        <p:spPr>
          <a:xfrm xmlns:a="http://schemas.openxmlformats.org/drawingml/2006/main">
            <a:off x="847725" y="48863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8C89"/>
                </a:solidFill>
              </a:defRPr>
            </a:defPPr>
            <a:lvl1pPr algn="l">
              <a:defRPr sz="1050" b="1">
                <a:solidFill>
                  <a:srgbClr val="178C89"/>
                </a:solidFill>
              </a:defRPr>
            </a:lvl1pPr>
            <a:lvl2pPr algn="l">
              <a:defRPr sz="1050" b="1">
                <a:solidFill>
                  <a:srgbClr val="178C89"/>
                </a:solidFill>
              </a:defRPr>
            </a:lvl2pPr>
            <a:lvl3pPr algn="l">
              <a:defRPr sz="1050" b="1">
                <a:solidFill>
                  <a:srgbClr val="178C89"/>
                </a:solidFill>
              </a:defRPr>
            </a:lvl3pPr>
            <a:lvl4pPr algn="l">
              <a:defRPr sz="1050" b="1">
                <a:solidFill>
                  <a:srgbClr val="178C89"/>
                </a:solidFill>
              </a:defRPr>
            </a:lvl4pPr>
            <a:lvl5pPr algn="l">
              <a:defRPr sz="1050" b="1">
                <a:solidFill>
                  <a:srgbClr val="178C89"/>
                </a:solidFill>
              </a:defRPr>
            </a:lvl5pPr>
            <a:lvl6pPr algn="l">
              <a:defRPr sz="1050" b="1">
                <a:solidFill>
                  <a:srgbClr val="178C89"/>
                </a:solidFill>
              </a:defRPr>
            </a:lvl6pPr>
            <a:lvl7pPr algn="l">
              <a:defRPr sz="1050" b="1">
                <a:solidFill>
                  <a:srgbClr val="178C89"/>
                </a:solidFill>
              </a:defRPr>
            </a:lvl7pPr>
            <a:lvl8pPr algn="l">
              <a:defRPr sz="1050" b="1">
                <a:solidFill>
                  <a:srgbClr val="178C89"/>
                </a:solidFill>
              </a:defRPr>
            </a:lvl8pPr>
            <a:lvl9pPr algn="l">
              <a:defRPr sz="1050" b="1">
                <a:solidFill>
                  <a:srgbClr val="178C89"/>
                </a:solidFill>
              </a:defRPr>
            </a:lvl9pPr>
          </a:lstStyle>
          <a:p xmlns:a="http://schemas.openxmlformats.org/drawingml/2006/main">
            <a:pPr algn="l">
              <a:lnSpc>
                <a:spcPct val="106000"/>
              </a:lnSpc>
              <a:buNone/>
              <a:defRPr sz="1050" b="1">
                <a:solidFill>
                  <a:srgbClr val="178C89"/>
                </a:solidFill>
              </a:defRPr>
            </a:pPr>
            <a:r>
              <a:rPr sz="1050" b="1">
                <a:solidFill>
                  <a:srgbClr val="178C89"/>
                </a:solidFill>
              </a:rPr>
              <a:t>SAVE CHANGES</a:t>
            </a:r>
          </a:p>
        </p:txBody>
      </p:sp>
      <p:sp>
        <p:nvSpPr>
          <p:cNvPr id="18" name="">
            <a:extLst xmlns:a="http://schemas.openxmlformats.org/drawingml/2006/main">
              <a:ext uri="{FF2B5EF4-FFF2-40B4-BE49-F238E27FC236}">
                <a16:creationId xmlns:a16="http://schemas.microsoft.com/office/drawing/2014/main" id="{B900FB4D-0F18-4B2C-BBFA-8E965A7487B6}"/>
              </a:ext>
            </a:extLst>
          </p:cNvPr>
          <p:cNvSpPr>
            <a:spLocks xmlns:a="http://schemas.openxmlformats.org/drawingml/2006/main" noGrp="1"/>
          </p:cNvSpPr>
          <p:nvPr/>
        </p:nvSpPr>
        <p:spPr>
          <a:xfrm xmlns:a="http://schemas.openxmlformats.org/drawingml/2006/main">
            <a:off x="847725" y="5133975"/>
            <a:ext cx="6619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Updates return to ICT for review.</a:t>
            </a:r>
          </a:p>
        </p:txBody>
      </p:sp>
      <p:sp>
        <p:nvSpPr>
          <p:cNvPr id="19" name="">
            <a:extLst xmlns:a="http://schemas.openxmlformats.org/drawingml/2006/main">
              <a:ext uri="{FF2B5EF4-FFF2-40B4-BE49-F238E27FC236}">
                <a16:creationId xmlns:a16="http://schemas.microsoft.com/office/drawing/2014/main" id="{DB0FB1B7-585B-4367-8420-F2CCE0842A3D}"/>
              </a:ext>
            </a:extLst>
          </p:cNvPr>
          <p:cNvSpPr>
            <a:spLocks xmlns:a="http://schemas.openxmlformats.org/drawingml/2006/main" noGrp="1"/>
          </p:cNvSpPr>
          <p:nvPr/>
        </p:nvSpPr>
        <p:spPr>
          <a:xfrm xmlns:a="http://schemas.openxmlformats.org/drawingml/2006/main">
            <a:off x="8534400" y="192405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20638AB-E6CC-4D37-B0FD-BAE5F5542164}"/>
              </a:ext>
            </a:extLst>
          </p:cNvPr>
          <p:cNvSpPr>
            <a:spLocks xmlns:a="http://schemas.openxmlformats.org/drawingml/2006/main" noGrp="1"/>
          </p:cNvSpPr>
          <p:nvPr/>
        </p:nvSpPr>
        <p:spPr>
          <a:xfrm xmlns:a="http://schemas.openxmlformats.org/drawingml/2006/main">
            <a:off x="8534400" y="19240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21" name="">
            <a:extLst xmlns:a="http://schemas.openxmlformats.org/drawingml/2006/main">
              <a:ext uri="{FF2B5EF4-FFF2-40B4-BE49-F238E27FC236}">
                <a16:creationId xmlns:a16="http://schemas.microsoft.com/office/drawing/2014/main" id="{B8B278D8-165D-47E8-B88D-FF1B192AE32B}"/>
              </a:ext>
            </a:extLst>
          </p:cNvPr>
          <p:cNvSpPr>
            <a:spLocks xmlns:a="http://schemas.openxmlformats.org/drawingml/2006/main" noGrp="1"/>
          </p:cNvSpPr>
          <p:nvPr/>
        </p:nvSpPr>
        <p:spPr>
          <a:xfrm xmlns:a="http://schemas.openxmlformats.org/drawingml/2006/main">
            <a:off x="9048750" y="1885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Open the ticket</a:t>
            </a:r>
          </a:p>
        </p:txBody>
      </p:sp>
      <p:sp>
        <p:nvSpPr>
          <p:cNvPr id="22" name="">
            <a:extLst xmlns:a="http://schemas.openxmlformats.org/drawingml/2006/main">
              <a:ext uri="{FF2B5EF4-FFF2-40B4-BE49-F238E27FC236}">
                <a16:creationId xmlns:a16="http://schemas.microsoft.com/office/drawing/2014/main" id="{BE4B0D14-1AE0-49B8-BCAD-E3DEE23768D6}"/>
              </a:ext>
            </a:extLst>
          </p:cNvPr>
          <p:cNvSpPr>
            <a:spLocks xmlns:a="http://schemas.openxmlformats.org/drawingml/2006/main" noGrp="1"/>
          </p:cNvSpPr>
          <p:nvPr/>
        </p:nvSpPr>
        <p:spPr>
          <a:xfrm xmlns:a="http://schemas.openxmlformats.org/drawingml/2006/main">
            <a:off x="9048750" y="224790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Find it under My Tickets.</a:t>
            </a:r>
          </a:p>
        </p:txBody>
      </p:sp>
      <p:sp>
        <p:nvSpPr>
          <p:cNvPr id="23" name="">
            <a:extLst xmlns:a="http://schemas.openxmlformats.org/drawingml/2006/main">
              <a:ext uri="{FF2B5EF4-FFF2-40B4-BE49-F238E27FC236}">
                <a16:creationId xmlns:a16="http://schemas.microsoft.com/office/drawing/2014/main" id="{5FEA826F-4610-4A6B-A7B5-C5E26A122F30}"/>
              </a:ext>
            </a:extLst>
          </p:cNvPr>
          <p:cNvSpPr>
            <a:spLocks xmlns:a="http://schemas.openxmlformats.org/drawingml/2006/main" noGrp="1"/>
          </p:cNvSpPr>
          <p:nvPr/>
        </p:nvSpPr>
        <p:spPr>
          <a:xfrm xmlns:a="http://schemas.openxmlformats.org/drawingml/2006/main">
            <a:off x="8534400" y="31432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015DFD-A80D-4C45-8E32-4EC9CA8F1B3F}"/>
              </a:ext>
            </a:extLst>
          </p:cNvPr>
          <p:cNvSpPr>
            <a:spLocks xmlns:a="http://schemas.openxmlformats.org/drawingml/2006/main" noGrp="1"/>
          </p:cNvSpPr>
          <p:nvPr/>
        </p:nvSpPr>
        <p:spPr>
          <a:xfrm xmlns:a="http://schemas.openxmlformats.org/drawingml/2006/main">
            <a:off x="853440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25" name="">
            <a:extLst xmlns:a="http://schemas.openxmlformats.org/drawingml/2006/main">
              <a:ext uri="{FF2B5EF4-FFF2-40B4-BE49-F238E27FC236}">
                <a16:creationId xmlns:a16="http://schemas.microsoft.com/office/drawing/2014/main" id="{4CA8756B-48E3-4F4F-8CF7-31297FEE9A60}"/>
              </a:ext>
            </a:extLst>
          </p:cNvPr>
          <p:cNvSpPr>
            <a:spLocks xmlns:a="http://schemas.openxmlformats.org/drawingml/2006/main" noGrp="1"/>
          </p:cNvSpPr>
          <p:nvPr/>
        </p:nvSpPr>
        <p:spPr>
          <a:xfrm xmlns:a="http://schemas.openxmlformats.org/drawingml/2006/main">
            <a:off x="9048750" y="3105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Choose Edit Ticket</a:t>
            </a:r>
          </a:p>
        </p:txBody>
      </p:sp>
      <p:sp>
        <p:nvSpPr>
          <p:cNvPr id="26" name="">
            <a:extLst xmlns:a="http://schemas.openxmlformats.org/drawingml/2006/main">
              <a:ext uri="{FF2B5EF4-FFF2-40B4-BE49-F238E27FC236}">
                <a16:creationId xmlns:a16="http://schemas.microsoft.com/office/drawing/2014/main" id="{F2CA9663-822B-46BB-93FA-D6CF4ACAF53D}"/>
              </a:ext>
            </a:extLst>
          </p:cNvPr>
          <p:cNvSpPr>
            <a:spLocks xmlns:a="http://schemas.openxmlformats.org/drawingml/2006/main" noGrp="1"/>
          </p:cNvSpPr>
          <p:nvPr/>
        </p:nvSpPr>
        <p:spPr>
          <a:xfrm xmlns:a="http://schemas.openxmlformats.org/drawingml/2006/main">
            <a:off x="9048750" y="346710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Only if editing is available.</a:t>
            </a:r>
          </a:p>
        </p:txBody>
      </p:sp>
      <p:sp>
        <p:nvSpPr>
          <p:cNvPr id="27" name="">
            <a:extLst xmlns:a="http://schemas.openxmlformats.org/drawingml/2006/main">
              <a:ext uri="{FF2B5EF4-FFF2-40B4-BE49-F238E27FC236}">
                <a16:creationId xmlns:a16="http://schemas.microsoft.com/office/drawing/2014/main" id="{55A7681D-C7EF-4001-BAE4-48DB48FD4BA8}"/>
              </a:ext>
            </a:extLst>
          </p:cNvPr>
          <p:cNvSpPr>
            <a:spLocks xmlns:a="http://schemas.openxmlformats.org/drawingml/2006/main" noGrp="1"/>
          </p:cNvSpPr>
          <p:nvPr/>
        </p:nvSpPr>
        <p:spPr>
          <a:xfrm xmlns:a="http://schemas.openxmlformats.org/drawingml/2006/main">
            <a:off x="8534400" y="436245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887793E-21D8-40B5-98FB-D3CCF559FF9D}"/>
              </a:ext>
            </a:extLst>
          </p:cNvPr>
          <p:cNvSpPr>
            <a:spLocks xmlns:a="http://schemas.openxmlformats.org/drawingml/2006/main" noGrp="1"/>
          </p:cNvSpPr>
          <p:nvPr/>
        </p:nvSpPr>
        <p:spPr>
          <a:xfrm xmlns:a="http://schemas.openxmlformats.org/drawingml/2006/main">
            <a:off x="8534400" y="4362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29" name="">
            <a:extLst xmlns:a="http://schemas.openxmlformats.org/drawingml/2006/main">
              <a:ext uri="{FF2B5EF4-FFF2-40B4-BE49-F238E27FC236}">
                <a16:creationId xmlns:a16="http://schemas.microsoft.com/office/drawing/2014/main" id="{02EDF901-B8E9-4AAC-A5C0-72C794F9C122}"/>
              </a:ext>
            </a:extLst>
          </p:cNvPr>
          <p:cNvSpPr>
            <a:spLocks xmlns:a="http://schemas.openxmlformats.org/drawingml/2006/main" noGrp="1"/>
          </p:cNvSpPr>
          <p:nvPr/>
        </p:nvSpPr>
        <p:spPr>
          <a:xfrm xmlns:a="http://schemas.openxmlformats.org/drawingml/2006/main">
            <a:off x="9048750" y="43243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Save changes</a:t>
            </a:r>
          </a:p>
        </p:txBody>
      </p:sp>
      <p:sp>
        <p:nvSpPr>
          <p:cNvPr id="30" name="">
            <a:extLst xmlns:a="http://schemas.openxmlformats.org/drawingml/2006/main">
              <a:ext uri="{FF2B5EF4-FFF2-40B4-BE49-F238E27FC236}">
                <a16:creationId xmlns:a16="http://schemas.microsoft.com/office/drawing/2014/main" id="{B5C5ECED-1640-4FD6-A8EA-7C404D63C1D1}"/>
              </a:ext>
            </a:extLst>
          </p:cNvPr>
          <p:cNvSpPr>
            <a:spLocks xmlns:a="http://schemas.openxmlformats.org/drawingml/2006/main" noGrp="1"/>
          </p:cNvSpPr>
          <p:nvPr/>
        </p:nvSpPr>
        <p:spPr>
          <a:xfrm xmlns:a="http://schemas.openxmlformats.org/drawingml/2006/main">
            <a:off x="9048750" y="468630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ICT receives the updated request.</a:t>
            </a:r>
          </a:p>
        </p:txBody>
      </p:sp>
    </p:spTree>
    <p:extLst>
      <p:ext uri="{BB962C8B-B14F-4D97-AF65-F5344CB8AC3E}">
        <p14:creationId xmlns:p14="http://schemas.microsoft.com/office/powerpoint/2010/main" val="1615389050"/>
      </p:ext>
    </p:extLst>
  </p:cSld>
</p:sld>
</file>

<file path=ppt/slides/slide1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29DC9A8-50F9-4EBE-ABC3-C4F7A68E0A9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A12E62-968D-4DA0-9F1C-22479BEDA2B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Admin department: Burnout Request</a:t>
            </a:r>
          </a:p>
        </p:txBody>
      </p:sp>
      <p:sp>
        <p:nvSpPr>
          <p:cNvPr id="3" name="">
            <a:extLst xmlns:a="http://schemas.openxmlformats.org/drawingml/2006/main">
              <a:ext uri="{FF2B5EF4-FFF2-40B4-BE49-F238E27FC236}">
                <a16:creationId xmlns:a16="http://schemas.microsoft.com/office/drawing/2014/main" id="{1E21C829-D648-4E78-BF93-1AE232D0C16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407E61-6E0C-4010-8770-E1A309DACF53}"/>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98BFA412-6C67-4137-A2B5-DDFB678EE655}"/>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19</a:t>
            </a:r>
          </a:p>
        </p:txBody>
      </p:sp>
      <p:sp>
        <p:nvSpPr>
          <p:cNvPr id="6" name="">
            <a:extLst xmlns:a="http://schemas.openxmlformats.org/drawingml/2006/main">
              <a:ext uri="{FF2B5EF4-FFF2-40B4-BE49-F238E27FC236}">
                <a16:creationId xmlns:a16="http://schemas.microsoft.com/office/drawing/2014/main" id="{BB099F36-10E4-4420-912F-D387979D9140}"/>
              </a:ext>
            </a:extLst>
          </p:cNvPr>
          <p:cNvSpPr>
            <a:spLocks xmlns:a="http://schemas.openxmlformats.org/drawingml/2006/main" noGrp="1"/>
          </p:cNvSpPr>
          <p:nvPr/>
        </p:nvSpPr>
        <p:spPr>
          <a:xfrm xmlns:a="http://schemas.openxmlformats.org/drawingml/2006/main">
            <a:off x="828675" y="1495425"/>
            <a:ext cx="428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E69A3A"/>
                </a:solidFill>
              </a:defRPr>
            </a:defPPr>
            <a:lvl1pPr algn="l">
              <a:defRPr sz="1200" b="1">
                <a:solidFill>
                  <a:srgbClr val="E69A3A"/>
                </a:solidFill>
              </a:defRPr>
            </a:lvl1pPr>
            <a:lvl2pPr algn="l">
              <a:defRPr sz="1200" b="1">
                <a:solidFill>
                  <a:srgbClr val="E69A3A"/>
                </a:solidFill>
              </a:defRPr>
            </a:lvl2pPr>
            <a:lvl3pPr algn="l">
              <a:defRPr sz="1200" b="1">
                <a:solidFill>
                  <a:srgbClr val="E69A3A"/>
                </a:solidFill>
              </a:defRPr>
            </a:lvl3pPr>
            <a:lvl4pPr algn="l">
              <a:defRPr sz="1200" b="1">
                <a:solidFill>
                  <a:srgbClr val="E69A3A"/>
                </a:solidFill>
              </a:defRPr>
            </a:lvl4pPr>
            <a:lvl5pPr algn="l">
              <a:defRPr sz="1200" b="1">
                <a:solidFill>
                  <a:srgbClr val="E69A3A"/>
                </a:solidFill>
              </a:defRPr>
            </a:lvl5pPr>
            <a:lvl6pPr algn="l">
              <a:defRPr sz="1200" b="1">
                <a:solidFill>
                  <a:srgbClr val="E69A3A"/>
                </a:solidFill>
              </a:defRPr>
            </a:lvl6pPr>
            <a:lvl7pPr algn="l">
              <a:defRPr sz="1200" b="1">
                <a:solidFill>
                  <a:srgbClr val="E69A3A"/>
                </a:solidFill>
              </a:defRPr>
            </a:lvl7pPr>
            <a:lvl8pPr algn="l">
              <a:defRPr sz="1200" b="1">
                <a:solidFill>
                  <a:srgbClr val="E69A3A"/>
                </a:solidFill>
              </a:defRPr>
            </a:lvl8pPr>
            <a:lvl9pPr algn="l">
              <a:defRPr sz="1200" b="1">
                <a:solidFill>
                  <a:srgbClr val="E69A3A"/>
                </a:solidFill>
              </a:defRPr>
            </a:lvl9pPr>
          </a:lstStyle>
          <a:p xmlns:a="http://schemas.openxmlformats.org/drawingml/2006/main">
            <a:pPr algn="l">
              <a:lnSpc>
                <a:spcPct val="106000"/>
              </a:lnSpc>
              <a:buNone/>
              <a:defRPr sz="1200" b="1">
                <a:solidFill>
                  <a:srgbClr val="E69A3A"/>
                </a:solidFill>
              </a:defRPr>
            </a:pPr>
            <a:r>
              <a:rPr sz="1200" b="1">
                <a:solidFill>
                  <a:srgbClr val="E69A3A"/>
                </a:solidFill>
              </a:rPr>
              <a:t>ADMIN-ONLY FORM</a:t>
            </a:r>
          </a:p>
        </p:txBody>
      </p:sp>
      <p:sp>
        <p:nvSpPr>
          <p:cNvPr id="7" name="">
            <a:extLst xmlns:a="http://schemas.openxmlformats.org/drawingml/2006/main">
              <a:ext uri="{FF2B5EF4-FFF2-40B4-BE49-F238E27FC236}">
                <a16:creationId xmlns:a16="http://schemas.microsoft.com/office/drawing/2014/main" id="{C6397CD6-A489-4E55-8482-EA5CB793D973}"/>
              </a:ext>
            </a:extLst>
          </p:cNvPr>
          <p:cNvSpPr>
            <a:spLocks xmlns:a="http://schemas.openxmlformats.org/drawingml/2006/main" noGrp="1"/>
          </p:cNvSpPr>
          <p:nvPr/>
        </p:nvSpPr>
        <p:spPr>
          <a:xfrm xmlns:a="http://schemas.openxmlformats.org/drawingml/2006/main">
            <a:off x="828675" y="1895475"/>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12E43"/>
                </a:solidFill>
              </a:defRPr>
            </a:defPPr>
            <a:lvl1pPr algn="l">
              <a:defRPr sz="2175" b="1">
                <a:solidFill>
                  <a:srgbClr val="112E43"/>
                </a:solidFill>
              </a:defRPr>
            </a:lvl1pPr>
            <a:lvl2pPr algn="l">
              <a:defRPr sz="2175" b="1">
                <a:solidFill>
                  <a:srgbClr val="112E43"/>
                </a:solidFill>
              </a:defRPr>
            </a:lvl2pPr>
            <a:lvl3pPr algn="l">
              <a:defRPr sz="2175" b="1">
                <a:solidFill>
                  <a:srgbClr val="112E43"/>
                </a:solidFill>
              </a:defRPr>
            </a:lvl3pPr>
            <a:lvl4pPr algn="l">
              <a:defRPr sz="2175" b="1">
                <a:solidFill>
                  <a:srgbClr val="112E43"/>
                </a:solidFill>
              </a:defRPr>
            </a:lvl4pPr>
            <a:lvl5pPr algn="l">
              <a:defRPr sz="2175" b="1">
                <a:solidFill>
                  <a:srgbClr val="112E43"/>
                </a:solidFill>
              </a:defRPr>
            </a:lvl5pPr>
            <a:lvl6pPr algn="l">
              <a:defRPr sz="2175" b="1">
                <a:solidFill>
                  <a:srgbClr val="112E43"/>
                </a:solidFill>
              </a:defRPr>
            </a:lvl6pPr>
            <a:lvl7pPr algn="l">
              <a:defRPr sz="2175" b="1">
                <a:solidFill>
                  <a:srgbClr val="112E43"/>
                </a:solidFill>
              </a:defRPr>
            </a:lvl7pPr>
            <a:lvl8pPr algn="l">
              <a:defRPr sz="2175" b="1">
                <a:solidFill>
                  <a:srgbClr val="112E43"/>
                </a:solidFill>
              </a:defRPr>
            </a:lvl8pPr>
            <a:lvl9pPr algn="l">
              <a:defRPr sz="2175" b="1">
                <a:solidFill>
                  <a:srgbClr val="112E43"/>
                </a:solidFill>
              </a:defRPr>
            </a:lvl9pPr>
          </a:lstStyle>
          <a:p xmlns:a="http://schemas.openxmlformats.org/drawingml/2006/main">
            <a:pPr algn="l">
              <a:lnSpc>
                <a:spcPct val="106000"/>
              </a:lnSpc>
              <a:buNone/>
              <a:defRPr sz="2175" b="1">
                <a:solidFill>
                  <a:srgbClr val="112E43"/>
                </a:solidFill>
              </a:defRPr>
            </a:pPr>
            <a:r>
              <a:rPr sz="2175" b="1">
                <a:solidFill>
                  <a:srgbClr val="112E43"/>
                </a:solidFill>
              </a:rPr>
              <a:t>Burnout Request</a:t>
            </a:r>
          </a:p>
        </p:txBody>
      </p:sp>
      <p:sp>
        <p:nvSpPr>
          <p:cNvPr id="8" name="">
            <a:extLst xmlns:a="http://schemas.openxmlformats.org/drawingml/2006/main">
              <a:ext uri="{FF2B5EF4-FFF2-40B4-BE49-F238E27FC236}">
                <a16:creationId xmlns:a16="http://schemas.microsoft.com/office/drawing/2014/main" id="{A64F8E24-832F-4F03-8560-B96CDF7BB1EB}"/>
              </a:ext>
            </a:extLst>
          </p:cNvPr>
          <p:cNvSpPr>
            <a:spLocks xmlns:a="http://schemas.openxmlformats.org/drawingml/2006/main" noGrp="1"/>
          </p:cNvSpPr>
          <p:nvPr/>
        </p:nvSpPr>
        <p:spPr>
          <a:xfrm xmlns:a="http://schemas.openxmlformats.org/drawingml/2006/main">
            <a:off x="838200" y="2590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Branch / Location to be Assigned</a:t>
            </a:r>
          </a:p>
        </p:txBody>
      </p:sp>
      <p:sp>
        <p:nvSpPr>
          <p:cNvPr id="9" name="">
            <a:extLst xmlns:a="http://schemas.openxmlformats.org/drawingml/2006/main">
              <a:ext uri="{FF2B5EF4-FFF2-40B4-BE49-F238E27FC236}">
                <a16:creationId xmlns:a16="http://schemas.microsoft.com/office/drawing/2014/main" id="{BB166B9B-4969-469C-9DF0-528D6F765391}"/>
              </a:ext>
            </a:extLst>
          </p:cNvPr>
          <p:cNvSpPr>
            <a:spLocks xmlns:a="http://schemas.openxmlformats.org/drawingml/2006/main" noGrp="1"/>
          </p:cNvSpPr>
          <p:nvPr/>
        </p:nvSpPr>
        <p:spPr>
          <a:xfrm xmlns:a="http://schemas.openxmlformats.org/drawingml/2006/main">
            <a:off x="838200" y="281940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0" name="">
            <a:extLst xmlns:a="http://schemas.openxmlformats.org/drawingml/2006/main">
              <a:ext uri="{FF2B5EF4-FFF2-40B4-BE49-F238E27FC236}">
                <a16:creationId xmlns:a16="http://schemas.microsoft.com/office/drawing/2014/main" id="{FAF40BCC-C985-4D4B-B085-6EC72D2E2536}"/>
              </a:ext>
            </a:extLst>
          </p:cNvPr>
          <p:cNvSpPr>
            <a:spLocks xmlns:a="http://schemas.openxmlformats.org/drawingml/2006/main" noGrp="1"/>
          </p:cNvSpPr>
          <p:nvPr/>
        </p:nvSpPr>
        <p:spPr>
          <a:xfrm xmlns:a="http://schemas.openxmlformats.org/drawingml/2006/main">
            <a:off x="942975" y="284797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11" name="">
            <a:extLst xmlns:a="http://schemas.openxmlformats.org/drawingml/2006/main">
              <a:ext uri="{FF2B5EF4-FFF2-40B4-BE49-F238E27FC236}">
                <a16:creationId xmlns:a16="http://schemas.microsoft.com/office/drawing/2014/main" id="{05FB9A13-4C0F-4497-94D0-F645940FBD12}"/>
              </a:ext>
            </a:extLst>
          </p:cNvPr>
          <p:cNvSpPr>
            <a:spLocks xmlns:a="http://schemas.openxmlformats.org/drawingml/2006/main" noGrp="1"/>
          </p:cNvSpPr>
          <p:nvPr/>
        </p:nvSpPr>
        <p:spPr>
          <a:xfrm xmlns:a="http://schemas.openxmlformats.org/drawingml/2006/main">
            <a:off x="6076950" y="2590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Custodian</a:t>
            </a:r>
          </a:p>
        </p:txBody>
      </p:sp>
      <p:sp>
        <p:nvSpPr>
          <p:cNvPr id="12" name="">
            <a:extLst xmlns:a="http://schemas.openxmlformats.org/drawingml/2006/main">
              <a:ext uri="{FF2B5EF4-FFF2-40B4-BE49-F238E27FC236}">
                <a16:creationId xmlns:a16="http://schemas.microsoft.com/office/drawing/2014/main" id="{826D1C9F-44FC-46F4-B965-712F52FB46DA}"/>
              </a:ext>
            </a:extLst>
          </p:cNvPr>
          <p:cNvSpPr>
            <a:spLocks xmlns:a="http://schemas.openxmlformats.org/drawingml/2006/main" noGrp="1"/>
          </p:cNvSpPr>
          <p:nvPr/>
        </p:nvSpPr>
        <p:spPr>
          <a:xfrm xmlns:a="http://schemas.openxmlformats.org/drawingml/2006/main">
            <a:off x="6076950" y="281940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3" name="">
            <a:extLst xmlns:a="http://schemas.openxmlformats.org/drawingml/2006/main">
              <a:ext uri="{FF2B5EF4-FFF2-40B4-BE49-F238E27FC236}">
                <a16:creationId xmlns:a16="http://schemas.microsoft.com/office/drawing/2014/main" id="{24936443-B1DB-4968-84AA-6DD4BAE9065D}"/>
              </a:ext>
            </a:extLst>
          </p:cNvPr>
          <p:cNvSpPr>
            <a:spLocks xmlns:a="http://schemas.openxmlformats.org/drawingml/2006/main" noGrp="1"/>
          </p:cNvSpPr>
          <p:nvPr/>
        </p:nvSpPr>
        <p:spPr>
          <a:xfrm xmlns:a="http://schemas.openxmlformats.org/drawingml/2006/main">
            <a:off x="6181725" y="284797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14" name="">
            <a:extLst xmlns:a="http://schemas.openxmlformats.org/drawingml/2006/main">
              <a:ext uri="{FF2B5EF4-FFF2-40B4-BE49-F238E27FC236}">
                <a16:creationId xmlns:a16="http://schemas.microsoft.com/office/drawing/2014/main" id="{F4430C4D-7312-4242-B78F-80BAEACC1FF8}"/>
              </a:ext>
            </a:extLst>
          </p:cNvPr>
          <p:cNvSpPr>
            <a:spLocks xmlns:a="http://schemas.openxmlformats.org/drawingml/2006/main" noGrp="1"/>
          </p:cNvSpPr>
          <p:nvPr/>
        </p:nvSpPr>
        <p:spPr>
          <a:xfrm xmlns:a="http://schemas.openxmlformats.org/drawingml/2006/main">
            <a:off x="838200" y="3457575"/>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Brand</a:t>
            </a:r>
          </a:p>
        </p:txBody>
      </p:sp>
      <p:sp>
        <p:nvSpPr>
          <p:cNvPr id="15" name="">
            <a:extLst xmlns:a="http://schemas.openxmlformats.org/drawingml/2006/main">
              <a:ext uri="{FF2B5EF4-FFF2-40B4-BE49-F238E27FC236}">
                <a16:creationId xmlns:a16="http://schemas.microsoft.com/office/drawing/2014/main" id="{7851552C-E872-43AA-9FCB-FD39EBEA5FE9}"/>
              </a:ext>
            </a:extLst>
          </p:cNvPr>
          <p:cNvSpPr>
            <a:spLocks xmlns:a="http://schemas.openxmlformats.org/drawingml/2006/main" noGrp="1"/>
          </p:cNvSpPr>
          <p:nvPr/>
        </p:nvSpPr>
        <p:spPr>
          <a:xfrm xmlns:a="http://schemas.openxmlformats.org/drawingml/2006/main">
            <a:off x="838200" y="3686175"/>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6" name="">
            <a:extLst xmlns:a="http://schemas.openxmlformats.org/drawingml/2006/main">
              <a:ext uri="{FF2B5EF4-FFF2-40B4-BE49-F238E27FC236}">
                <a16:creationId xmlns:a16="http://schemas.microsoft.com/office/drawing/2014/main" id="{ADA29661-954F-4D9A-8D12-C9B00CA85261}"/>
              </a:ext>
            </a:extLst>
          </p:cNvPr>
          <p:cNvSpPr>
            <a:spLocks xmlns:a="http://schemas.openxmlformats.org/drawingml/2006/main" noGrp="1"/>
          </p:cNvSpPr>
          <p:nvPr/>
        </p:nvSpPr>
        <p:spPr>
          <a:xfrm xmlns:a="http://schemas.openxmlformats.org/drawingml/2006/main">
            <a:off x="942975" y="371475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17" name="">
            <a:extLst xmlns:a="http://schemas.openxmlformats.org/drawingml/2006/main">
              <a:ext uri="{FF2B5EF4-FFF2-40B4-BE49-F238E27FC236}">
                <a16:creationId xmlns:a16="http://schemas.microsoft.com/office/drawing/2014/main" id="{69C37575-0F2E-4FCC-B422-9FB9ED49FC3A}"/>
              </a:ext>
            </a:extLst>
          </p:cNvPr>
          <p:cNvSpPr>
            <a:spLocks xmlns:a="http://schemas.openxmlformats.org/drawingml/2006/main" noGrp="1"/>
          </p:cNvSpPr>
          <p:nvPr/>
        </p:nvSpPr>
        <p:spPr>
          <a:xfrm xmlns:a="http://schemas.openxmlformats.org/drawingml/2006/main">
            <a:off x="6076950" y="3457575"/>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Model</a:t>
            </a:r>
          </a:p>
        </p:txBody>
      </p:sp>
      <p:sp>
        <p:nvSpPr>
          <p:cNvPr id="18" name="">
            <a:extLst xmlns:a="http://schemas.openxmlformats.org/drawingml/2006/main">
              <a:ext uri="{FF2B5EF4-FFF2-40B4-BE49-F238E27FC236}">
                <a16:creationId xmlns:a16="http://schemas.microsoft.com/office/drawing/2014/main" id="{8AECEDF6-532D-48D3-982D-74B18FCACE90}"/>
              </a:ext>
            </a:extLst>
          </p:cNvPr>
          <p:cNvSpPr>
            <a:spLocks xmlns:a="http://schemas.openxmlformats.org/drawingml/2006/main" noGrp="1"/>
          </p:cNvSpPr>
          <p:nvPr/>
        </p:nvSpPr>
        <p:spPr>
          <a:xfrm xmlns:a="http://schemas.openxmlformats.org/drawingml/2006/main">
            <a:off x="6076950" y="3686175"/>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9" name="">
            <a:extLst xmlns:a="http://schemas.openxmlformats.org/drawingml/2006/main">
              <a:ext uri="{FF2B5EF4-FFF2-40B4-BE49-F238E27FC236}">
                <a16:creationId xmlns:a16="http://schemas.microsoft.com/office/drawing/2014/main" id="{193C78CB-D76C-4F65-92B8-D112C7340888}"/>
              </a:ext>
            </a:extLst>
          </p:cNvPr>
          <p:cNvSpPr>
            <a:spLocks xmlns:a="http://schemas.openxmlformats.org/drawingml/2006/main" noGrp="1"/>
          </p:cNvSpPr>
          <p:nvPr/>
        </p:nvSpPr>
        <p:spPr>
          <a:xfrm xmlns:a="http://schemas.openxmlformats.org/drawingml/2006/main">
            <a:off x="6181725" y="371475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20" name="">
            <a:extLst xmlns:a="http://schemas.openxmlformats.org/drawingml/2006/main">
              <a:ext uri="{FF2B5EF4-FFF2-40B4-BE49-F238E27FC236}">
                <a16:creationId xmlns:a16="http://schemas.microsoft.com/office/drawing/2014/main" id="{AD4F5C53-45DC-4406-90AF-43272CD40237}"/>
              </a:ext>
            </a:extLst>
          </p:cNvPr>
          <p:cNvSpPr>
            <a:spLocks xmlns:a="http://schemas.openxmlformats.org/drawingml/2006/main" noGrp="1"/>
          </p:cNvSpPr>
          <p:nvPr/>
        </p:nvSpPr>
        <p:spPr>
          <a:xfrm xmlns:a="http://schemas.openxmlformats.org/drawingml/2006/main">
            <a:off x="838200" y="43243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Serial Number</a:t>
            </a:r>
          </a:p>
        </p:txBody>
      </p:sp>
      <p:sp>
        <p:nvSpPr>
          <p:cNvPr id="21" name="">
            <a:extLst xmlns:a="http://schemas.openxmlformats.org/drawingml/2006/main">
              <a:ext uri="{FF2B5EF4-FFF2-40B4-BE49-F238E27FC236}">
                <a16:creationId xmlns:a16="http://schemas.microsoft.com/office/drawing/2014/main" id="{E3CADEB4-F21D-4A34-81CF-65AA35F0DBBE}"/>
              </a:ext>
            </a:extLst>
          </p:cNvPr>
          <p:cNvSpPr>
            <a:spLocks xmlns:a="http://schemas.openxmlformats.org/drawingml/2006/main" noGrp="1"/>
          </p:cNvSpPr>
          <p:nvPr/>
        </p:nvSpPr>
        <p:spPr>
          <a:xfrm xmlns:a="http://schemas.openxmlformats.org/drawingml/2006/main">
            <a:off x="838200" y="455295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2" name="">
            <a:extLst xmlns:a="http://schemas.openxmlformats.org/drawingml/2006/main">
              <a:ext uri="{FF2B5EF4-FFF2-40B4-BE49-F238E27FC236}">
                <a16:creationId xmlns:a16="http://schemas.microsoft.com/office/drawing/2014/main" id="{F31A7841-5E51-4961-A35D-12F0A4478A98}"/>
              </a:ext>
            </a:extLst>
          </p:cNvPr>
          <p:cNvSpPr>
            <a:spLocks xmlns:a="http://schemas.openxmlformats.org/drawingml/2006/main" noGrp="1"/>
          </p:cNvSpPr>
          <p:nvPr/>
        </p:nvSpPr>
        <p:spPr>
          <a:xfrm xmlns:a="http://schemas.openxmlformats.org/drawingml/2006/main">
            <a:off x="942975" y="4581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23" name="">
            <a:extLst xmlns:a="http://schemas.openxmlformats.org/drawingml/2006/main">
              <a:ext uri="{FF2B5EF4-FFF2-40B4-BE49-F238E27FC236}">
                <a16:creationId xmlns:a16="http://schemas.microsoft.com/office/drawing/2014/main" id="{7F561C1F-D040-41BB-A3DC-237703F8E5F9}"/>
              </a:ext>
            </a:extLst>
          </p:cNvPr>
          <p:cNvSpPr>
            <a:spLocks xmlns:a="http://schemas.openxmlformats.org/drawingml/2006/main" noGrp="1"/>
          </p:cNvSpPr>
          <p:nvPr/>
        </p:nvSpPr>
        <p:spPr>
          <a:xfrm xmlns:a="http://schemas.openxmlformats.org/drawingml/2006/main">
            <a:off x="6076950" y="43243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Custodian Department</a:t>
            </a:r>
          </a:p>
        </p:txBody>
      </p:sp>
      <p:sp>
        <p:nvSpPr>
          <p:cNvPr id="24" name="">
            <a:extLst xmlns:a="http://schemas.openxmlformats.org/drawingml/2006/main">
              <a:ext uri="{FF2B5EF4-FFF2-40B4-BE49-F238E27FC236}">
                <a16:creationId xmlns:a16="http://schemas.microsoft.com/office/drawing/2014/main" id="{AC8E7963-6318-4DE6-B89C-F1BA000173B3}"/>
              </a:ext>
            </a:extLst>
          </p:cNvPr>
          <p:cNvSpPr>
            <a:spLocks xmlns:a="http://schemas.openxmlformats.org/drawingml/2006/main" noGrp="1"/>
          </p:cNvSpPr>
          <p:nvPr/>
        </p:nvSpPr>
        <p:spPr>
          <a:xfrm xmlns:a="http://schemas.openxmlformats.org/drawingml/2006/main">
            <a:off x="6076950" y="455295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5" name="">
            <a:extLst xmlns:a="http://schemas.openxmlformats.org/drawingml/2006/main">
              <a:ext uri="{FF2B5EF4-FFF2-40B4-BE49-F238E27FC236}">
                <a16:creationId xmlns:a16="http://schemas.microsoft.com/office/drawing/2014/main" id="{1D73348F-A1EF-438A-BECE-52046DD50E7F}"/>
              </a:ext>
            </a:extLst>
          </p:cNvPr>
          <p:cNvSpPr>
            <a:spLocks xmlns:a="http://schemas.openxmlformats.org/drawingml/2006/main" noGrp="1"/>
          </p:cNvSpPr>
          <p:nvPr/>
        </p:nvSpPr>
        <p:spPr>
          <a:xfrm xmlns:a="http://schemas.openxmlformats.org/drawingml/2006/main">
            <a:off x="6181725" y="4581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26" name="">
            <a:extLst xmlns:a="http://schemas.openxmlformats.org/drawingml/2006/main">
              <a:ext uri="{FF2B5EF4-FFF2-40B4-BE49-F238E27FC236}">
                <a16:creationId xmlns:a16="http://schemas.microsoft.com/office/drawing/2014/main" id="{D9B4C4C5-2E8C-4BA5-B1FD-4B1C8212982B}"/>
              </a:ext>
            </a:extLst>
          </p:cNvPr>
          <p:cNvSpPr>
            <a:spLocks xmlns:a="http://schemas.openxmlformats.org/drawingml/2006/main" noGrp="1"/>
          </p:cNvSpPr>
          <p:nvPr/>
        </p:nvSpPr>
        <p:spPr>
          <a:xfrm xmlns:a="http://schemas.openxmlformats.org/drawingml/2006/main">
            <a:off x="838200" y="5314950"/>
            <a:ext cx="10467975" cy="45720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CB12F73-60CD-4071-8EA2-FC5A2BC97EA3}"/>
              </a:ext>
            </a:extLst>
          </p:cNvPr>
          <p:cNvSpPr>
            <a:spLocks xmlns:a="http://schemas.openxmlformats.org/drawingml/2006/main" noGrp="1"/>
          </p:cNvSpPr>
          <p:nvPr/>
        </p:nvSpPr>
        <p:spPr>
          <a:xfrm xmlns:a="http://schemas.openxmlformats.org/drawingml/2006/main">
            <a:off x="981075" y="5353050"/>
            <a:ext cx="10144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73F5D"/>
                </a:solidFill>
              </a:defRPr>
            </a:defPPr>
            <a:lvl1pPr algn="ctr">
              <a:defRPr sz="1350" b="1">
                <a:solidFill>
                  <a:srgbClr val="173F5D"/>
                </a:solidFill>
              </a:defRPr>
            </a:lvl1pPr>
            <a:lvl2pPr algn="ctr">
              <a:defRPr sz="1350" b="1">
                <a:solidFill>
                  <a:srgbClr val="173F5D"/>
                </a:solidFill>
              </a:defRPr>
            </a:lvl2pPr>
            <a:lvl3pPr algn="ctr">
              <a:defRPr sz="1350" b="1">
                <a:solidFill>
                  <a:srgbClr val="173F5D"/>
                </a:solidFill>
              </a:defRPr>
            </a:lvl3pPr>
            <a:lvl4pPr algn="ctr">
              <a:defRPr sz="1350" b="1">
                <a:solidFill>
                  <a:srgbClr val="173F5D"/>
                </a:solidFill>
              </a:defRPr>
            </a:lvl4pPr>
            <a:lvl5pPr algn="ctr">
              <a:defRPr sz="1350" b="1">
                <a:solidFill>
                  <a:srgbClr val="173F5D"/>
                </a:solidFill>
              </a:defRPr>
            </a:lvl5pPr>
            <a:lvl6pPr algn="ctr">
              <a:defRPr sz="1350" b="1">
                <a:solidFill>
                  <a:srgbClr val="173F5D"/>
                </a:solidFill>
              </a:defRPr>
            </a:lvl6pPr>
            <a:lvl7pPr algn="ctr">
              <a:defRPr sz="1350" b="1">
                <a:solidFill>
                  <a:srgbClr val="173F5D"/>
                </a:solidFill>
              </a:defRPr>
            </a:lvl7pPr>
            <a:lvl8pPr algn="ctr">
              <a:defRPr sz="1350" b="1">
                <a:solidFill>
                  <a:srgbClr val="173F5D"/>
                </a:solidFill>
              </a:defRPr>
            </a:lvl8pPr>
            <a:lvl9pPr algn="ctr">
              <a:defRPr sz="1350" b="1">
                <a:solidFill>
                  <a:srgbClr val="173F5D"/>
                </a:solidFill>
              </a:defRPr>
            </a:lvl9pPr>
          </a:lstStyle>
          <a:p xmlns:a="http://schemas.openxmlformats.org/drawingml/2006/main">
            <a:pPr algn="ctr">
              <a:lnSpc>
                <a:spcPct val="106000"/>
              </a:lnSpc>
              <a:buNone/>
              <a:defRPr sz="1350" b="1">
                <a:solidFill>
                  <a:srgbClr val="173F5D"/>
                </a:solidFill>
              </a:defRPr>
            </a:pPr>
            <a:r>
              <a:rPr sz="1350" b="1">
                <a:solidFill>
                  <a:srgbClr val="173F5D"/>
                </a:solidFill>
              </a:rPr>
              <a:t>Optional remarks  •  Select Submit Burnout Request</a:t>
            </a:r>
          </a:p>
        </p:txBody>
      </p:sp>
    </p:spTree>
    <p:extLst>
      <p:ext uri="{BB962C8B-B14F-4D97-AF65-F5344CB8AC3E}">
        <p14:creationId xmlns:p14="http://schemas.microsoft.com/office/powerpoint/2010/main" val="758983917"/>
      </p:ext>
    </p:extLst>
  </p:cSld>
</p:sld>
</file>

<file path=ppt/slides/slide2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E1A920B-8471-4537-B5A0-C45632150B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C538D6-BBD0-4384-A465-99350964FCC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The sample ticket from start to follow-up</a:t>
            </a:r>
          </a:p>
        </p:txBody>
      </p:sp>
      <p:sp>
        <p:nvSpPr>
          <p:cNvPr id="3" name="">
            <a:extLst xmlns:a="http://schemas.openxmlformats.org/drawingml/2006/main">
              <a:ext uri="{FF2B5EF4-FFF2-40B4-BE49-F238E27FC236}">
                <a16:creationId xmlns:a16="http://schemas.microsoft.com/office/drawing/2014/main" id="{CE4C0025-C8CB-4E61-84A3-B87B189A2143}"/>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62B50A-91E7-4A4F-8BD9-B95068A99C9F}"/>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8766DCF5-1CD0-4328-A058-83BA1E3DC4D8}"/>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20</a:t>
            </a:r>
          </a:p>
        </p:txBody>
      </p:sp>
      <p:sp>
        <p:nvSpPr>
          <p:cNvPr id="6" name="">
            <a:extLst xmlns:a="http://schemas.openxmlformats.org/drawingml/2006/main">
              <a:ext uri="{FF2B5EF4-FFF2-40B4-BE49-F238E27FC236}">
                <a16:creationId xmlns:a16="http://schemas.microsoft.com/office/drawing/2014/main" id="{A0E26AA2-8EE6-4805-A32B-AF7197DBC3A0}"/>
              </a:ext>
            </a:extLst>
          </p:cNvPr>
          <p:cNvSpPr>
            <a:spLocks xmlns:a="http://schemas.openxmlformats.org/drawingml/2006/main" noGrp="1"/>
          </p:cNvSpPr>
          <p:nvPr/>
        </p:nvSpPr>
        <p:spPr>
          <a:xfrm xmlns:a="http://schemas.openxmlformats.org/drawingml/2006/main">
            <a:off x="933450" y="18192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1F5D7D-5C43-4A17-9CFE-BC99A51B5982}"/>
              </a:ext>
            </a:extLst>
          </p:cNvPr>
          <p:cNvSpPr>
            <a:spLocks xmlns:a="http://schemas.openxmlformats.org/drawingml/2006/main" noGrp="1"/>
          </p:cNvSpPr>
          <p:nvPr/>
        </p:nvSpPr>
        <p:spPr>
          <a:xfrm xmlns:a="http://schemas.openxmlformats.org/drawingml/2006/main">
            <a:off x="952500" y="18573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01</a:t>
            </a:r>
          </a:p>
        </p:txBody>
      </p:sp>
      <p:sp>
        <p:nvSpPr>
          <p:cNvPr id="8" name="">
            <a:extLst xmlns:a="http://schemas.openxmlformats.org/drawingml/2006/main">
              <a:ext uri="{FF2B5EF4-FFF2-40B4-BE49-F238E27FC236}">
                <a16:creationId xmlns:a16="http://schemas.microsoft.com/office/drawing/2014/main" id="{4BE0BD9C-CDBB-40A1-A18D-12C750EEA4BB}"/>
              </a:ext>
            </a:extLst>
          </p:cNvPr>
          <p:cNvSpPr>
            <a:spLocks xmlns:a="http://schemas.openxmlformats.org/drawingml/2006/main" noGrp="1"/>
          </p:cNvSpPr>
          <p:nvPr/>
        </p:nvSpPr>
        <p:spPr>
          <a:xfrm xmlns:a="http://schemas.openxmlformats.org/drawingml/2006/main">
            <a:off x="1600200" y="18097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Sign in</a:t>
            </a:r>
          </a:p>
        </p:txBody>
      </p:sp>
      <p:sp>
        <p:nvSpPr>
          <p:cNvPr id="9" name="">
            <a:extLst xmlns:a="http://schemas.openxmlformats.org/drawingml/2006/main">
              <a:ext uri="{FF2B5EF4-FFF2-40B4-BE49-F238E27FC236}">
                <a16:creationId xmlns:a16="http://schemas.microsoft.com/office/drawing/2014/main" id="{B68820FF-FA0D-428B-85D3-A2CB491531F9}"/>
              </a:ext>
            </a:extLst>
          </p:cNvPr>
          <p:cNvSpPr>
            <a:spLocks xmlns:a="http://schemas.openxmlformats.org/drawingml/2006/main" noGrp="1"/>
          </p:cNvSpPr>
          <p:nvPr/>
        </p:nvSpPr>
        <p:spPr>
          <a:xfrm xmlns:a="http://schemas.openxmlformats.org/drawingml/2006/main">
            <a:off x="1600200" y="2257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Employee Portal</a:t>
            </a:r>
          </a:p>
        </p:txBody>
      </p:sp>
      <p:sp>
        <p:nvSpPr>
          <p:cNvPr id="10" name="">
            <a:extLst xmlns:a="http://schemas.openxmlformats.org/drawingml/2006/main">
              <a:ext uri="{FF2B5EF4-FFF2-40B4-BE49-F238E27FC236}">
                <a16:creationId xmlns:a16="http://schemas.microsoft.com/office/drawing/2014/main" id="{8B1CFA6F-FA19-47BC-8CB6-2EA1BBE036E6}"/>
              </a:ext>
            </a:extLst>
          </p:cNvPr>
          <p:cNvSpPr>
            <a:spLocks xmlns:a="http://schemas.openxmlformats.org/drawingml/2006/main" noGrp="1"/>
          </p:cNvSpPr>
          <p:nvPr/>
        </p:nvSpPr>
        <p:spPr>
          <a:xfrm xmlns:a="http://schemas.openxmlformats.org/drawingml/2006/main">
            <a:off x="4057650" y="20383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FA3431-4125-4F60-871B-B81092FB024B}"/>
              </a:ext>
            </a:extLst>
          </p:cNvPr>
          <p:cNvSpPr>
            <a:spLocks xmlns:a="http://schemas.openxmlformats.org/drawingml/2006/main" noGrp="1"/>
          </p:cNvSpPr>
          <p:nvPr/>
        </p:nvSpPr>
        <p:spPr>
          <a:xfrm xmlns:a="http://schemas.openxmlformats.org/drawingml/2006/main">
            <a:off x="4572000" y="18192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432F99-6CD4-4DA0-B042-101124CB5344}"/>
              </a:ext>
            </a:extLst>
          </p:cNvPr>
          <p:cNvSpPr>
            <a:spLocks xmlns:a="http://schemas.openxmlformats.org/drawingml/2006/main" noGrp="1"/>
          </p:cNvSpPr>
          <p:nvPr/>
        </p:nvSpPr>
        <p:spPr>
          <a:xfrm xmlns:a="http://schemas.openxmlformats.org/drawingml/2006/main">
            <a:off x="4591050" y="18573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02</a:t>
            </a:r>
          </a:p>
        </p:txBody>
      </p:sp>
      <p:sp>
        <p:nvSpPr>
          <p:cNvPr id="13" name="">
            <a:extLst xmlns:a="http://schemas.openxmlformats.org/drawingml/2006/main">
              <a:ext uri="{FF2B5EF4-FFF2-40B4-BE49-F238E27FC236}">
                <a16:creationId xmlns:a16="http://schemas.microsoft.com/office/drawing/2014/main" id="{0BA73530-DB1F-4DBE-A793-809B9CFC4DC0}"/>
              </a:ext>
            </a:extLst>
          </p:cNvPr>
          <p:cNvSpPr>
            <a:spLocks xmlns:a="http://schemas.openxmlformats.org/drawingml/2006/main" noGrp="1"/>
          </p:cNvSpPr>
          <p:nvPr/>
        </p:nvSpPr>
        <p:spPr>
          <a:xfrm xmlns:a="http://schemas.openxmlformats.org/drawingml/2006/main">
            <a:off x="5238750" y="18097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Submit</a:t>
            </a:r>
          </a:p>
        </p:txBody>
      </p:sp>
      <p:sp>
        <p:nvSpPr>
          <p:cNvPr id="14" name="">
            <a:extLst xmlns:a="http://schemas.openxmlformats.org/drawingml/2006/main">
              <a:ext uri="{FF2B5EF4-FFF2-40B4-BE49-F238E27FC236}">
                <a16:creationId xmlns:a16="http://schemas.microsoft.com/office/drawing/2014/main" id="{1D0880A5-5AE3-4D03-B8F9-BA802A54F9E1}"/>
              </a:ext>
            </a:extLst>
          </p:cNvPr>
          <p:cNvSpPr>
            <a:spLocks xmlns:a="http://schemas.openxmlformats.org/drawingml/2006/main" noGrp="1"/>
          </p:cNvSpPr>
          <p:nvPr/>
        </p:nvSpPr>
        <p:spPr>
          <a:xfrm xmlns:a="http://schemas.openxmlformats.org/drawingml/2006/main">
            <a:off x="5238750" y="2257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MBWin / Sky360</a:t>
            </a:r>
          </a:p>
        </p:txBody>
      </p:sp>
      <p:sp>
        <p:nvSpPr>
          <p:cNvPr id="15" name="">
            <a:extLst xmlns:a="http://schemas.openxmlformats.org/drawingml/2006/main">
              <a:ext uri="{FF2B5EF4-FFF2-40B4-BE49-F238E27FC236}">
                <a16:creationId xmlns:a16="http://schemas.microsoft.com/office/drawing/2014/main" id="{69914174-9844-4B82-BCC9-53ED3C3D8916}"/>
              </a:ext>
            </a:extLst>
          </p:cNvPr>
          <p:cNvSpPr>
            <a:spLocks xmlns:a="http://schemas.openxmlformats.org/drawingml/2006/main" noGrp="1"/>
          </p:cNvSpPr>
          <p:nvPr/>
        </p:nvSpPr>
        <p:spPr>
          <a:xfrm xmlns:a="http://schemas.openxmlformats.org/drawingml/2006/main">
            <a:off x="7696200" y="20383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F36E23-6716-475A-9740-AA51F18F628C}"/>
              </a:ext>
            </a:extLst>
          </p:cNvPr>
          <p:cNvSpPr>
            <a:spLocks xmlns:a="http://schemas.openxmlformats.org/drawingml/2006/main" noGrp="1"/>
          </p:cNvSpPr>
          <p:nvPr/>
        </p:nvSpPr>
        <p:spPr>
          <a:xfrm xmlns:a="http://schemas.openxmlformats.org/drawingml/2006/main">
            <a:off x="8210550" y="18192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984EF00-2475-48C1-B2A9-5D41D3620973}"/>
              </a:ext>
            </a:extLst>
          </p:cNvPr>
          <p:cNvSpPr>
            <a:spLocks xmlns:a="http://schemas.openxmlformats.org/drawingml/2006/main" noGrp="1"/>
          </p:cNvSpPr>
          <p:nvPr/>
        </p:nvSpPr>
        <p:spPr>
          <a:xfrm xmlns:a="http://schemas.openxmlformats.org/drawingml/2006/main">
            <a:off x="8229600" y="18573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03</a:t>
            </a:r>
          </a:p>
        </p:txBody>
      </p:sp>
      <p:sp>
        <p:nvSpPr>
          <p:cNvPr id="18" name="">
            <a:extLst xmlns:a="http://schemas.openxmlformats.org/drawingml/2006/main">
              <a:ext uri="{FF2B5EF4-FFF2-40B4-BE49-F238E27FC236}">
                <a16:creationId xmlns:a16="http://schemas.microsoft.com/office/drawing/2014/main" id="{6C5D0123-28AB-4C23-AFD6-8185F4FA1352}"/>
              </a:ext>
            </a:extLst>
          </p:cNvPr>
          <p:cNvSpPr>
            <a:spLocks xmlns:a="http://schemas.openxmlformats.org/drawingml/2006/main" noGrp="1"/>
          </p:cNvSpPr>
          <p:nvPr/>
        </p:nvSpPr>
        <p:spPr>
          <a:xfrm xmlns:a="http://schemas.openxmlformats.org/drawingml/2006/main">
            <a:off x="8877300" y="18097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Describe</a:t>
            </a:r>
          </a:p>
        </p:txBody>
      </p:sp>
      <p:sp>
        <p:nvSpPr>
          <p:cNvPr id="19" name="">
            <a:extLst xmlns:a="http://schemas.openxmlformats.org/drawingml/2006/main">
              <a:ext uri="{FF2B5EF4-FFF2-40B4-BE49-F238E27FC236}">
                <a16:creationId xmlns:a16="http://schemas.microsoft.com/office/drawing/2014/main" id="{8BBDD4A2-2193-4015-A662-733B387C937C}"/>
              </a:ext>
            </a:extLst>
          </p:cNvPr>
          <p:cNvSpPr>
            <a:spLocks xmlns:a="http://schemas.openxmlformats.org/drawingml/2006/main" noGrp="1"/>
          </p:cNvSpPr>
          <p:nvPr/>
        </p:nvSpPr>
        <p:spPr>
          <a:xfrm xmlns:a="http://schemas.openxmlformats.org/drawingml/2006/main">
            <a:off x="8877300" y="2257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Password reset</a:t>
            </a:r>
          </a:p>
        </p:txBody>
      </p:sp>
      <p:sp>
        <p:nvSpPr>
          <p:cNvPr id="20" name="">
            <a:extLst xmlns:a="http://schemas.openxmlformats.org/drawingml/2006/main">
              <a:ext uri="{FF2B5EF4-FFF2-40B4-BE49-F238E27FC236}">
                <a16:creationId xmlns:a16="http://schemas.microsoft.com/office/drawing/2014/main" id="{52E3468E-13B8-454C-9BF3-DE6D0286DDD2}"/>
              </a:ext>
            </a:extLst>
          </p:cNvPr>
          <p:cNvSpPr>
            <a:spLocks xmlns:a="http://schemas.openxmlformats.org/drawingml/2006/main" noGrp="1"/>
          </p:cNvSpPr>
          <p:nvPr/>
        </p:nvSpPr>
        <p:spPr>
          <a:xfrm xmlns:a="http://schemas.openxmlformats.org/drawingml/2006/main">
            <a:off x="933450" y="35718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7C79EB7-F37C-4AFD-9EA8-1B74EF461AF4}"/>
              </a:ext>
            </a:extLst>
          </p:cNvPr>
          <p:cNvSpPr>
            <a:spLocks xmlns:a="http://schemas.openxmlformats.org/drawingml/2006/main" noGrp="1"/>
          </p:cNvSpPr>
          <p:nvPr/>
        </p:nvSpPr>
        <p:spPr>
          <a:xfrm xmlns:a="http://schemas.openxmlformats.org/drawingml/2006/main">
            <a:off x="952500" y="36099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04</a:t>
            </a:r>
          </a:p>
        </p:txBody>
      </p:sp>
      <p:sp>
        <p:nvSpPr>
          <p:cNvPr id="22" name="">
            <a:extLst xmlns:a="http://schemas.openxmlformats.org/drawingml/2006/main">
              <a:ext uri="{FF2B5EF4-FFF2-40B4-BE49-F238E27FC236}">
                <a16:creationId xmlns:a16="http://schemas.microsoft.com/office/drawing/2014/main" id="{367B1CF0-46AB-4746-A1D2-2E8B6137398C}"/>
              </a:ext>
            </a:extLst>
          </p:cNvPr>
          <p:cNvSpPr>
            <a:spLocks xmlns:a="http://schemas.openxmlformats.org/drawingml/2006/main" noGrp="1"/>
          </p:cNvSpPr>
          <p:nvPr/>
        </p:nvSpPr>
        <p:spPr>
          <a:xfrm xmlns:a="http://schemas.openxmlformats.org/drawingml/2006/main">
            <a:off x="1600200" y="35623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Attach</a:t>
            </a:r>
          </a:p>
        </p:txBody>
      </p:sp>
      <p:sp>
        <p:nvSpPr>
          <p:cNvPr id="23" name="">
            <a:extLst xmlns:a="http://schemas.openxmlformats.org/drawingml/2006/main">
              <a:ext uri="{FF2B5EF4-FFF2-40B4-BE49-F238E27FC236}">
                <a16:creationId xmlns:a16="http://schemas.microsoft.com/office/drawing/2014/main" id="{94D5B767-E618-4A50-B1AA-5FEAFD587EE9}"/>
              </a:ext>
            </a:extLst>
          </p:cNvPr>
          <p:cNvSpPr>
            <a:spLocks xmlns:a="http://schemas.openxmlformats.org/drawingml/2006/main" noGrp="1"/>
          </p:cNvSpPr>
          <p:nvPr/>
        </p:nvSpPr>
        <p:spPr>
          <a:xfrm xmlns:a="http://schemas.openxmlformats.org/drawingml/2006/main">
            <a:off x="1600200" y="4010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Approved SAAR</a:t>
            </a:r>
          </a:p>
        </p:txBody>
      </p:sp>
      <p:sp>
        <p:nvSpPr>
          <p:cNvPr id="24" name="">
            <a:extLst xmlns:a="http://schemas.openxmlformats.org/drawingml/2006/main">
              <a:ext uri="{FF2B5EF4-FFF2-40B4-BE49-F238E27FC236}">
                <a16:creationId xmlns:a16="http://schemas.microsoft.com/office/drawing/2014/main" id="{46199F7D-2106-4DE2-AF7F-144862272EC3}"/>
              </a:ext>
            </a:extLst>
          </p:cNvPr>
          <p:cNvSpPr>
            <a:spLocks xmlns:a="http://schemas.openxmlformats.org/drawingml/2006/main" noGrp="1"/>
          </p:cNvSpPr>
          <p:nvPr/>
        </p:nvSpPr>
        <p:spPr>
          <a:xfrm xmlns:a="http://schemas.openxmlformats.org/drawingml/2006/main">
            <a:off x="4057650" y="37909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6DEA7A4-6E35-4656-9A83-E3AEEC208A42}"/>
              </a:ext>
            </a:extLst>
          </p:cNvPr>
          <p:cNvSpPr>
            <a:spLocks xmlns:a="http://schemas.openxmlformats.org/drawingml/2006/main" noGrp="1"/>
          </p:cNvSpPr>
          <p:nvPr/>
        </p:nvSpPr>
        <p:spPr>
          <a:xfrm xmlns:a="http://schemas.openxmlformats.org/drawingml/2006/main">
            <a:off x="4572000" y="35718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5CA80F3-0121-44C6-9996-E79B6146CB66}"/>
              </a:ext>
            </a:extLst>
          </p:cNvPr>
          <p:cNvSpPr>
            <a:spLocks xmlns:a="http://schemas.openxmlformats.org/drawingml/2006/main" noGrp="1"/>
          </p:cNvSpPr>
          <p:nvPr/>
        </p:nvSpPr>
        <p:spPr>
          <a:xfrm xmlns:a="http://schemas.openxmlformats.org/drawingml/2006/main">
            <a:off x="4591050" y="36099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05</a:t>
            </a:r>
          </a:p>
        </p:txBody>
      </p:sp>
      <p:sp>
        <p:nvSpPr>
          <p:cNvPr id="27" name="">
            <a:extLst xmlns:a="http://schemas.openxmlformats.org/drawingml/2006/main">
              <a:ext uri="{FF2B5EF4-FFF2-40B4-BE49-F238E27FC236}">
                <a16:creationId xmlns:a16="http://schemas.microsoft.com/office/drawing/2014/main" id="{CC65F984-C48C-413D-A737-550EB50E2B68}"/>
              </a:ext>
            </a:extLst>
          </p:cNvPr>
          <p:cNvSpPr>
            <a:spLocks xmlns:a="http://schemas.openxmlformats.org/drawingml/2006/main" noGrp="1"/>
          </p:cNvSpPr>
          <p:nvPr/>
        </p:nvSpPr>
        <p:spPr>
          <a:xfrm xmlns:a="http://schemas.openxmlformats.org/drawingml/2006/main">
            <a:off x="5238750" y="35623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Confirm</a:t>
            </a:r>
          </a:p>
        </p:txBody>
      </p:sp>
      <p:sp>
        <p:nvSpPr>
          <p:cNvPr id="28" name="">
            <a:extLst xmlns:a="http://schemas.openxmlformats.org/drawingml/2006/main">
              <a:ext uri="{FF2B5EF4-FFF2-40B4-BE49-F238E27FC236}">
                <a16:creationId xmlns:a16="http://schemas.microsoft.com/office/drawing/2014/main" id="{E739FC73-AD6C-4D1C-AB4F-BC62DD54A8D2}"/>
              </a:ext>
            </a:extLst>
          </p:cNvPr>
          <p:cNvSpPr>
            <a:spLocks xmlns:a="http://schemas.openxmlformats.org/drawingml/2006/main" noGrp="1"/>
          </p:cNvSpPr>
          <p:nvPr/>
        </p:nvSpPr>
        <p:spPr>
          <a:xfrm xmlns:a="http://schemas.openxmlformats.org/drawingml/2006/main">
            <a:off x="5238750" y="4010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Medium impact</a:t>
            </a:r>
          </a:p>
        </p:txBody>
      </p:sp>
      <p:sp>
        <p:nvSpPr>
          <p:cNvPr id="29" name="">
            <a:extLst xmlns:a="http://schemas.openxmlformats.org/drawingml/2006/main">
              <a:ext uri="{FF2B5EF4-FFF2-40B4-BE49-F238E27FC236}">
                <a16:creationId xmlns:a16="http://schemas.microsoft.com/office/drawing/2014/main" id="{BE27F995-C262-4D53-A2D2-C9362614456B}"/>
              </a:ext>
            </a:extLst>
          </p:cNvPr>
          <p:cNvSpPr>
            <a:spLocks xmlns:a="http://schemas.openxmlformats.org/drawingml/2006/main" noGrp="1"/>
          </p:cNvSpPr>
          <p:nvPr/>
        </p:nvSpPr>
        <p:spPr>
          <a:xfrm xmlns:a="http://schemas.openxmlformats.org/drawingml/2006/main">
            <a:off x="7696200" y="37909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9204CAF-6EF2-4DA9-B143-2084E04F1889}"/>
              </a:ext>
            </a:extLst>
          </p:cNvPr>
          <p:cNvSpPr>
            <a:spLocks xmlns:a="http://schemas.openxmlformats.org/drawingml/2006/main" noGrp="1"/>
          </p:cNvSpPr>
          <p:nvPr/>
        </p:nvSpPr>
        <p:spPr>
          <a:xfrm xmlns:a="http://schemas.openxmlformats.org/drawingml/2006/main">
            <a:off x="8210550" y="3571875"/>
            <a:ext cx="476250" cy="476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F064F46-9D74-4B22-A416-607C3F2DCE64}"/>
              </a:ext>
            </a:extLst>
          </p:cNvPr>
          <p:cNvSpPr>
            <a:spLocks xmlns:a="http://schemas.openxmlformats.org/drawingml/2006/main" noGrp="1"/>
          </p:cNvSpPr>
          <p:nvPr/>
        </p:nvSpPr>
        <p:spPr>
          <a:xfrm xmlns:a="http://schemas.openxmlformats.org/drawingml/2006/main">
            <a:off x="8229600" y="36099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06</a:t>
            </a:r>
          </a:p>
        </p:txBody>
      </p:sp>
      <p:sp>
        <p:nvSpPr>
          <p:cNvPr id="32" name="">
            <a:extLst xmlns:a="http://schemas.openxmlformats.org/drawingml/2006/main">
              <a:ext uri="{FF2B5EF4-FFF2-40B4-BE49-F238E27FC236}">
                <a16:creationId xmlns:a16="http://schemas.microsoft.com/office/drawing/2014/main" id="{847F6A5E-0ED4-43F2-9E50-CBD9BCFA5F5E}"/>
              </a:ext>
            </a:extLst>
          </p:cNvPr>
          <p:cNvSpPr>
            <a:spLocks xmlns:a="http://schemas.openxmlformats.org/drawingml/2006/main" noGrp="1"/>
          </p:cNvSpPr>
          <p:nvPr/>
        </p:nvSpPr>
        <p:spPr>
          <a:xfrm xmlns:a="http://schemas.openxmlformats.org/drawingml/2006/main">
            <a:off x="8877300" y="35623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Track</a:t>
            </a:r>
          </a:p>
        </p:txBody>
      </p:sp>
      <p:sp>
        <p:nvSpPr>
          <p:cNvPr id="33" name="">
            <a:extLst xmlns:a="http://schemas.openxmlformats.org/drawingml/2006/main">
              <a:ext uri="{FF2B5EF4-FFF2-40B4-BE49-F238E27FC236}">
                <a16:creationId xmlns:a16="http://schemas.microsoft.com/office/drawing/2014/main" id="{30560941-4E10-4439-9263-7317AA4E8A2F}"/>
              </a:ext>
            </a:extLst>
          </p:cNvPr>
          <p:cNvSpPr>
            <a:spLocks xmlns:a="http://schemas.openxmlformats.org/drawingml/2006/main" noGrp="1"/>
          </p:cNvSpPr>
          <p:nvPr/>
        </p:nvSpPr>
        <p:spPr>
          <a:xfrm xmlns:a="http://schemas.openxmlformats.org/drawingml/2006/main">
            <a:off x="8877300" y="4010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My Tickets</a:t>
            </a:r>
          </a:p>
        </p:txBody>
      </p:sp>
      <p:sp>
        <p:nvSpPr>
          <p:cNvPr id="34" name="">
            <a:extLst xmlns:a="http://schemas.openxmlformats.org/drawingml/2006/main">
              <a:ext uri="{FF2B5EF4-FFF2-40B4-BE49-F238E27FC236}">
                <a16:creationId xmlns:a16="http://schemas.microsoft.com/office/drawing/2014/main" id="{3FDF066D-B30D-41EE-B91F-A6C6954554B8}"/>
              </a:ext>
            </a:extLst>
          </p:cNvPr>
          <p:cNvSpPr>
            <a:spLocks xmlns:a="http://schemas.openxmlformats.org/drawingml/2006/main" noGrp="1"/>
          </p:cNvSpPr>
          <p:nvPr/>
        </p:nvSpPr>
        <p:spPr>
          <a:xfrm xmlns:a="http://schemas.openxmlformats.org/drawingml/2006/main">
            <a:off x="952500" y="5381625"/>
            <a:ext cx="10191750" cy="438150"/>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DA3BC36-ABA8-42DD-8707-2E05FBBF981E}"/>
              </a:ext>
            </a:extLst>
          </p:cNvPr>
          <p:cNvSpPr>
            <a:spLocks xmlns:a="http://schemas.openxmlformats.org/drawingml/2006/main" noGrp="1"/>
          </p:cNvSpPr>
          <p:nvPr/>
        </p:nvSpPr>
        <p:spPr>
          <a:xfrm xmlns:a="http://schemas.openxmlformats.org/drawingml/2006/main">
            <a:off x="1114425" y="5429250"/>
            <a:ext cx="9858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173F5D"/>
                </a:solidFill>
              </a:defRPr>
            </a:defPPr>
            <a:lvl1pPr algn="ctr">
              <a:defRPr sz="1500" b="1">
                <a:solidFill>
                  <a:srgbClr val="173F5D"/>
                </a:solidFill>
              </a:defRPr>
            </a:lvl1pPr>
            <a:lvl2pPr algn="ctr">
              <a:defRPr sz="1500" b="1">
                <a:solidFill>
                  <a:srgbClr val="173F5D"/>
                </a:solidFill>
              </a:defRPr>
            </a:lvl2pPr>
            <a:lvl3pPr algn="ctr">
              <a:defRPr sz="1500" b="1">
                <a:solidFill>
                  <a:srgbClr val="173F5D"/>
                </a:solidFill>
              </a:defRPr>
            </a:lvl3pPr>
            <a:lvl4pPr algn="ctr">
              <a:defRPr sz="1500" b="1">
                <a:solidFill>
                  <a:srgbClr val="173F5D"/>
                </a:solidFill>
              </a:defRPr>
            </a:lvl4pPr>
            <a:lvl5pPr algn="ctr">
              <a:defRPr sz="1500" b="1">
                <a:solidFill>
                  <a:srgbClr val="173F5D"/>
                </a:solidFill>
              </a:defRPr>
            </a:lvl5pPr>
            <a:lvl6pPr algn="ctr">
              <a:defRPr sz="1500" b="1">
                <a:solidFill>
                  <a:srgbClr val="173F5D"/>
                </a:solidFill>
              </a:defRPr>
            </a:lvl6pPr>
            <a:lvl7pPr algn="ctr">
              <a:defRPr sz="1500" b="1">
                <a:solidFill>
                  <a:srgbClr val="173F5D"/>
                </a:solidFill>
              </a:defRPr>
            </a:lvl7pPr>
            <a:lvl8pPr algn="ctr">
              <a:defRPr sz="1500" b="1">
                <a:solidFill>
                  <a:srgbClr val="173F5D"/>
                </a:solidFill>
              </a:defRPr>
            </a:lvl8pPr>
            <a:lvl9pPr algn="ctr">
              <a:defRPr sz="1500" b="1">
                <a:solidFill>
                  <a:srgbClr val="173F5D"/>
                </a:solidFill>
              </a:defRPr>
            </a:lvl9pPr>
          </a:lstStyle>
          <a:p xmlns:a="http://schemas.openxmlformats.org/drawingml/2006/main">
            <a:pPr algn="ctr">
              <a:lnSpc>
                <a:spcPct val="106000"/>
              </a:lnSpc>
              <a:buNone/>
              <a:defRPr sz="1500" b="1">
                <a:solidFill>
                  <a:srgbClr val="173F5D"/>
                </a:solidFill>
              </a:defRPr>
            </a:pPr>
            <a:r>
              <a:rPr sz="1500" b="1">
                <a:solidFill>
                  <a:srgbClr val="173F5D"/>
                </a:solidFill>
              </a:rPr>
              <a:t>Portal-generated ticket number  •  Follow status and ICT replies in the ticket</a:t>
            </a:r>
          </a:p>
        </p:txBody>
      </p:sp>
    </p:spTree>
    <p:extLst>
      <p:ext uri="{BB962C8B-B14F-4D97-AF65-F5344CB8AC3E}">
        <p14:creationId xmlns:p14="http://schemas.microsoft.com/office/powerpoint/2010/main" val="21361823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2026-10-30T02:22:37.0490000Z</dcterms:created>
  <dcterms:modified xsi:type="dcterms:W3CDTF">2026-10-30T02:22:37.0490000Z</dcterms:modified>
</coreProperties>
</file>